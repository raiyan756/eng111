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19" y="1619"/>
            <a:ext cx="18286730" cy="10285730"/>
          </a:xfrm>
          <a:custGeom>
            <a:avLst/>
            <a:gdLst/>
            <a:ahLst/>
            <a:cxnLst/>
            <a:rect l="l" t="t" r="r" b="b"/>
            <a:pathLst>
              <a:path w="18286730" h="10285730">
                <a:moveTo>
                  <a:pt x="18286379" y="10285380"/>
                </a:moveTo>
                <a:lnTo>
                  <a:pt x="0" y="10285380"/>
                </a:lnTo>
                <a:lnTo>
                  <a:pt x="0" y="0"/>
                </a:lnTo>
                <a:lnTo>
                  <a:pt x="18286379" y="0"/>
                </a:lnTo>
                <a:lnTo>
                  <a:pt x="18286379" y="10285380"/>
                </a:lnTo>
                <a:close/>
              </a:path>
            </a:pathLst>
          </a:custGeom>
          <a:solidFill>
            <a:srgbClr val="0998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88" y="0"/>
                </a:moveTo>
                <a:lnTo>
                  <a:pt x="0" y="0"/>
                </a:lnTo>
                <a:lnTo>
                  <a:pt x="0" y="1270"/>
                </a:lnTo>
                <a:lnTo>
                  <a:pt x="0" y="7620"/>
                </a:lnTo>
                <a:lnTo>
                  <a:pt x="0" y="10281920"/>
                </a:lnTo>
                <a:lnTo>
                  <a:pt x="0" y="10287000"/>
                </a:lnTo>
                <a:lnTo>
                  <a:pt x="1612" y="10287000"/>
                </a:lnTo>
                <a:lnTo>
                  <a:pt x="1612" y="10286670"/>
                </a:lnTo>
                <a:lnTo>
                  <a:pt x="7988" y="10286670"/>
                </a:lnTo>
                <a:lnTo>
                  <a:pt x="18283225" y="10286670"/>
                </a:lnTo>
                <a:lnTo>
                  <a:pt x="18287988" y="10286670"/>
                </a:lnTo>
                <a:lnTo>
                  <a:pt x="18287988" y="1295"/>
                </a:lnTo>
                <a:lnTo>
                  <a:pt x="18283225" y="1295"/>
                </a:lnTo>
                <a:lnTo>
                  <a:pt x="18283225" y="7683"/>
                </a:lnTo>
                <a:lnTo>
                  <a:pt x="18283225" y="10281907"/>
                </a:lnTo>
                <a:lnTo>
                  <a:pt x="7988" y="10281907"/>
                </a:lnTo>
                <a:lnTo>
                  <a:pt x="7988" y="7683"/>
                </a:lnTo>
                <a:lnTo>
                  <a:pt x="18283225" y="7683"/>
                </a:lnTo>
                <a:lnTo>
                  <a:pt x="18283225" y="1295"/>
                </a:lnTo>
                <a:lnTo>
                  <a:pt x="7988" y="1295"/>
                </a:lnTo>
                <a:lnTo>
                  <a:pt x="1612" y="1295"/>
                </a:lnTo>
                <a:lnTo>
                  <a:pt x="18287988" y="1270"/>
                </a:lnTo>
                <a:lnTo>
                  <a:pt x="18287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" y="0"/>
            <a:ext cx="18283237" cy="42960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19" y="1619"/>
            <a:ext cx="18286730" cy="10285730"/>
          </a:xfrm>
          <a:custGeom>
            <a:avLst/>
            <a:gdLst/>
            <a:ahLst/>
            <a:cxnLst/>
            <a:rect l="l" t="t" r="r" b="b"/>
            <a:pathLst>
              <a:path w="18286730" h="10285730">
                <a:moveTo>
                  <a:pt x="18286379" y="10285380"/>
                </a:moveTo>
                <a:lnTo>
                  <a:pt x="0" y="10285380"/>
                </a:lnTo>
                <a:lnTo>
                  <a:pt x="0" y="0"/>
                </a:lnTo>
                <a:lnTo>
                  <a:pt x="18286379" y="0"/>
                </a:lnTo>
                <a:lnTo>
                  <a:pt x="18286379" y="10285380"/>
                </a:lnTo>
                <a:close/>
              </a:path>
            </a:pathLst>
          </a:custGeom>
          <a:solidFill>
            <a:srgbClr val="0998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88" y="0"/>
                </a:moveTo>
                <a:lnTo>
                  <a:pt x="0" y="0"/>
                </a:lnTo>
                <a:lnTo>
                  <a:pt x="0" y="1270"/>
                </a:lnTo>
                <a:lnTo>
                  <a:pt x="0" y="7620"/>
                </a:lnTo>
                <a:lnTo>
                  <a:pt x="0" y="10281920"/>
                </a:lnTo>
                <a:lnTo>
                  <a:pt x="0" y="10287000"/>
                </a:lnTo>
                <a:lnTo>
                  <a:pt x="1612" y="10287000"/>
                </a:lnTo>
                <a:lnTo>
                  <a:pt x="1612" y="10286670"/>
                </a:lnTo>
                <a:lnTo>
                  <a:pt x="7988" y="10286670"/>
                </a:lnTo>
                <a:lnTo>
                  <a:pt x="18283225" y="10286670"/>
                </a:lnTo>
                <a:lnTo>
                  <a:pt x="18287988" y="10286670"/>
                </a:lnTo>
                <a:lnTo>
                  <a:pt x="18287988" y="1295"/>
                </a:lnTo>
                <a:lnTo>
                  <a:pt x="18283225" y="1295"/>
                </a:lnTo>
                <a:lnTo>
                  <a:pt x="18283225" y="7683"/>
                </a:lnTo>
                <a:lnTo>
                  <a:pt x="18283225" y="10281907"/>
                </a:lnTo>
                <a:lnTo>
                  <a:pt x="7988" y="10281907"/>
                </a:lnTo>
                <a:lnTo>
                  <a:pt x="7988" y="7683"/>
                </a:lnTo>
                <a:lnTo>
                  <a:pt x="18283225" y="7683"/>
                </a:lnTo>
                <a:lnTo>
                  <a:pt x="18283225" y="1295"/>
                </a:lnTo>
                <a:lnTo>
                  <a:pt x="7988" y="1295"/>
                </a:lnTo>
                <a:lnTo>
                  <a:pt x="1612" y="1295"/>
                </a:lnTo>
                <a:lnTo>
                  <a:pt x="18287988" y="1270"/>
                </a:lnTo>
                <a:lnTo>
                  <a:pt x="18287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3537" y="514025"/>
            <a:ext cx="16620925" cy="3472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46650" y="2750337"/>
            <a:ext cx="7997190" cy="6377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19" y="1619"/>
              <a:ext cx="18286730" cy="10285730"/>
            </a:xfrm>
            <a:custGeom>
              <a:avLst/>
              <a:gdLst/>
              <a:ahLst/>
              <a:cxnLst/>
              <a:rect l="l" t="t" r="r" b="b"/>
              <a:pathLst>
                <a:path w="18286730" h="10285730">
                  <a:moveTo>
                    <a:pt x="18286379" y="10285379"/>
                  </a:moveTo>
                  <a:lnTo>
                    <a:pt x="0" y="10285379"/>
                  </a:lnTo>
                  <a:lnTo>
                    <a:pt x="0" y="0"/>
                  </a:lnTo>
                  <a:lnTo>
                    <a:pt x="18286379" y="0"/>
                  </a:lnTo>
                  <a:lnTo>
                    <a:pt x="18286379" y="10285379"/>
                  </a:lnTo>
                  <a:close/>
                </a:path>
              </a:pathLst>
            </a:custGeom>
            <a:solidFill>
              <a:srgbClr val="09988B">
                <a:alpha val="18998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624"/>
              <a:ext cx="18288000" cy="10285730"/>
            </a:xfrm>
            <a:custGeom>
              <a:avLst/>
              <a:gdLst/>
              <a:ahLst/>
              <a:cxnLst/>
              <a:rect l="l" t="t" r="r" b="b"/>
              <a:pathLst>
                <a:path w="18288000" h="10285730">
                  <a:moveTo>
                    <a:pt x="18287988" y="0"/>
                  </a:moveTo>
                  <a:lnTo>
                    <a:pt x="18283225" y="0"/>
                  </a:lnTo>
                  <a:lnTo>
                    <a:pt x="18283225" y="6388"/>
                  </a:lnTo>
                  <a:lnTo>
                    <a:pt x="18283225" y="10280612"/>
                  </a:lnTo>
                  <a:lnTo>
                    <a:pt x="7988" y="10280612"/>
                  </a:lnTo>
                  <a:lnTo>
                    <a:pt x="7988" y="6388"/>
                  </a:lnTo>
                  <a:lnTo>
                    <a:pt x="18283225" y="6388"/>
                  </a:lnTo>
                  <a:lnTo>
                    <a:pt x="18283225" y="0"/>
                  </a:lnTo>
                  <a:lnTo>
                    <a:pt x="7988" y="0"/>
                  </a:lnTo>
                  <a:lnTo>
                    <a:pt x="1612" y="0"/>
                  </a:lnTo>
                  <a:lnTo>
                    <a:pt x="1612" y="6324"/>
                  </a:lnTo>
                  <a:lnTo>
                    <a:pt x="0" y="6324"/>
                  </a:lnTo>
                  <a:lnTo>
                    <a:pt x="0" y="10280625"/>
                  </a:lnTo>
                  <a:lnTo>
                    <a:pt x="1612" y="10280625"/>
                  </a:lnTo>
                  <a:lnTo>
                    <a:pt x="1612" y="10285374"/>
                  </a:lnTo>
                  <a:lnTo>
                    <a:pt x="7988" y="10285374"/>
                  </a:lnTo>
                  <a:lnTo>
                    <a:pt x="18283225" y="10285374"/>
                  </a:lnTo>
                  <a:lnTo>
                    <a:pt x="18287988" y="10285374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000000">
                <a:alpha val="18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762"/>
              <a:ext cx="6233540" cy="1028223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43320" marR="5080">
              <a:lnSpc>
                <a:spcPts val="9150"/>
              </a:lnSpc>
            </a:pPr>
            <a:r>
              <a:rPr sz="7350" b="0" dirty="0">
                <a:latin typeface="Arial MT"/>
                <a:cs typeface="Arial MT"/>
              </a:rPr>
              <a:t>Is</a:t>
            </a:r>
            <a:r>
              <a:rPr sz="7350" b="0" spc="-30" dirty="0">
                <a:latin typeface="Arial MT"/>
                <a:cs typeface="Arial MT"/>
              </a:rPr>
              <a:t> </a:t>
            </a:r>
            <a:r>
              <a:rPr sz="7350" b="0" dirty="0">
                <a:latin typeface="Arial MT"/>
                <a:cs typeface="Arial MT"/>
              </a:rPr>
              <a:t>Nuclear</a:t>
            </a:r>
            <a:r>
              <a:rPr sz="7350" b="0" spc="-25" dirty="0">
                <a:latin typeface="Arial MT"/>
                <a:cs typeface="Arial MT"/>
              </a:rPr>
              <a:t> </a:t>
            </a:r>
            <a:r>
              <a:rPr sz="7350" b="0" dirty="0">
                <a:latin typeface="Arial MT"/>
                <a:cs typeface="Arial MT"/>
              </a:rPr>
              <a:t>Energy</a:t>
            </a:r>
            <a:r>
              <a:rPr sz="7350" b="0" spc="-25" dirty="0">
                <a:latin typeface="Arial MT"/>
                <a:cs typeface="Arial MT"/>
              </a:rPr>
              <a:t> </a:t>
            </a:r>
            <a:r>
              <a:rPr sz="7350" b="0" spc="-50" dirty="0">
                <a:latin typeface="Arial MT"/>
                <a:cs typeface="Arial MT"/>
              </a:rPr>
              <a:t>a </a:t>
            </a:r>
            <a:r>
              <a:rPr sz="7350" b="0" dirty="0">
                <a:latin typeface="Arial MT"/>
                <a:cs typeface="Arial MT"/>
              </a:rPr>
              <a:t>Good</a:t>
            </a:r>
            <a:r>
              <a:rPr sz="7350" b="0" spc="-20" dirty="0">
                <a:latin typeface="Arial MT"/>
                <a:cs typeface="Arial MT"/>
              </a:rPr>
              <a:t> </a:t>
            </a:r>
            <a:r>
              <a:rPr sz="7350" b="0" dirty="0">
                <a:latin typeface="Arial MT"/>
                <a:cs typeface="Arial MT"/>
              </a:rPr>
              <a:t>Way</a:t>
            </a:r>
            <a:r>
              <a:rPr sz="7350" b="0" spc="-10" dirty="0">
                <a:latin typeface="Arial MT"/>
                <a:cs typeface="Arial MT"/>
              </a:rPr>
              <a:t> </a:t>
            </a:r>
            <a:r>
              <a:rPr sz="7350" b="0" dirty="0">
                <a:latin typeface="Arial MT"/>
                <a:cs typeface="Arial MT"/>
              </a:rPr>
              <a:t>to</a:t>
            </a:r>
            <a:r>
              <a:rPr sz="7350" b="0" spc="-10" dirty="0">
                <a:latin typeface="Arial MT"/>
                <a:cs typeface="Arial MT"/>
              </a:rPr>
              <a:t> Fight </a:t>
            </a:r>
            <a:r>
              <a:rPr sz="7350" b="0" dirty="0">
                <a:latin typeface="Arial MT"/>
                <a:cs typeface="Arial MT"/>
              </a:rPr>
              <a:t>Climate</a:t>
            </a:r>
            <a:r>
              <a:rPr sz="7350" b="0" spc="-65" dirty="0">
                <a:latin typeface="Arial MT"/>
                <a:cs typeface="Arial MT"/>
              </a:rPr>
              <a:t> </a:t>
            </a:r>
            <a:r>
              <a:rPr sz="7350" b="0" spc="-10" dirty="0">
                <a:latin typeface="Arial MT"/>
                <a:cs typeface="Arial MT"/>
              </a:rPr>
              <a:t>Change?</a:t>
            </a:r>
            <a:endParaRPr sz="73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26052" y="4650394"/>
            <a:ext cx="6621780" cy="2954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49145">
              <a:lnSpc>
                <a:spcPct val="135300"/>
              </a:lnSpc>
              <a:spcBef>
                <a:spcPts val="95"/>
              </a:spcBef>
            </a:pPr>
            <a:r>
              <a:rPr sz="3650" b="1" spc="-310" dirty="0">
                <a:solidFill>
                  <a:srgbClr val="FFFFFF"/>
                </a:solidFill>
                <a:latin typeface="Tahoma"/>
                <a:cs typeface="Tahoma"/>
              </a:rPr>
              <a:t>Name</a:t>
            </a:r>
            <a:r>
              <a:rPr sz="3650" b="1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b="1" spc="-52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3650" b="1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spc="-90" dirty="0">
                <a:solidFill>
                  <a:srgbClr val="FFFFFF"/>
                </a:solidFill>
                <a:latin typeface="Tahoma"/>
                <a:cs typeface="Tahoma"/>
              </a:rPr>
              <a:t>Raiyan</a:t>
            </a:r>
            <a:r>
              <a:rPr sz="3650" spc="-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spc="-20" dirty="0">
                <a:solidFill>
                  <a:srgbClr val="FFFFFF"/>
                </a:solidFill>
                <a:latin typeface="Tahoma"/>
                <a:cs typeface="Tahoma"/>
              </a:rPr>
              <a:t>Mugdho </a:t>
            </a:r>
            <a:r>
              <a:rPr sz="3650" spc="-70" dirty="0">
                <a:solidFill>
                  <a:srgbClr val="FFFFFF"/>
                </a:solidFill>
                <a:latin typeface="Tahoma"/>
                <a:cs typeface="Tahoma"/>
              </a:rPr>
              <a:t>ID:2211394042</a:t>
            </a:r>
            <a:endParaRPr sz="36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3650" b="1" spc="-325" dirty="0">
                <a:solidFill>
                  <a:srgbClr val="FFFFFF"/>
                </a:solidFill>
                <a:latin typeface="Tahoma"/>
                <a:cs typeface="Tahoma"/>
              </a:rPr>
              <a:t>Course:</a:t>
            </a:r>
            <a:r>
              <a:rPr sz="3650" b="1" spc="-2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dirty="0">
                <a:solidFill>
                  <a:srgbClr val="FFFFFF"/>
                </a:solidFill>
                <a:latin typeface="Tahoma"/>
                <a:cs typeface="Tahoma"/>
              </a:rPr>
              <a:t>ENG</a:t>
            </a:r>
            <a:r>
              <a:rPr sz="365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spc="-800" dirty="0">
                <a:solidFill>
                  <a:srgbClr val="FFFFFF"/>
                </a:solidFill>
                <a:latin typeface="Tahoma"/>
                <a:cs typeface="Tahoma"/>
              </a:rPr>
              <a:t>111</a:t>
            </a:r>
            <a:r>
              <a:rPr sz="365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365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spc="-35" dirty="0">
                <a:solidFill>
                  <a:srgbClr val="FFFFFF"/>
                </a:solidFill>
                <a:latin typeface="Tahoma"/>
                <a:cs typeface="Tahoma"/>
              </a:rPr>
              <a:t>Public</a:t>
            </a:r>
            <a:r>
              <a:rPr sz="3650" spc="-2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spc="-35" dirty="0">
                <a:solidFill>
                  <a:srgbClr val="FFFFFF"/>
                </a:solidFill>
                <a:latin typeface="Tahoma"/>
                <a:cs typeface="Tahoma"/>
              </a:rPr>
              <a:t>Speaking</a:t>
            </a:r>
            <a:endParaRPr sz="36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3650" b="1" spc="-320" dirty="0">
                <a:solidFill>
                  <a:srgbClr val="FFFFFF"/>
                </a:solidFill>
                <a:latin typeface="Tahoma"/>
                <a:cs typeface="Tahoma"/>
              </a:rPr>
              <a:t>Date:</a:t>
            </a:r>
            <a:r>
              <a:rPr sz="3650" b="1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spc="-50" dirty="0">
                <a:solidFill>
                  <a:srgbClr val="FFFFFF"/>
                </a:solidFill>
                <a:latin typeface="Tahoma"/>
                <a:cs typeface="Tahoma"/>
              </a:rPr>
              <a:t>22nd</a:t>
            </a:r>
            <a:r>
              <a:rPr sz="3650" spc="-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spc="-10" dirty="0">
                <a:solidFill>
                  <a:srgbClr val="FFFFFF"/>
                </a:solidFill>
                <a:latin typeface="Tahoma"/>
                <a:cs typeface="Tahoma"/>
              </a:rPr>
              <a:t>November</a:t>
            </a:r>
            <a:r>
              <a:rPr sz="3650" spc="-3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50" spc="70" dirty="0">
                <a:solidFill>
                  <a:srgbClr val="FFFFFF"/>
                </a:solidFill>
                <a:latin typeface="Tahoma"/>
                <a:cs typeface="Tahoma"/>
              </a:rPr>
              <a:t>2025</a:t>
            </a:r>
            <a:endParaRPr sz="3650" dirty="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00533" y="2812404"/>
            <a:ext cx="9344025" cy="1447800"/>
            <a:chOff x="7900533" y="2812404"/>
            <a:chExt cx="9344025" cy="1447800"/>
          </a:xfrm>
        </p:grpSpPr>
        <p:sp>
          <p:nvSpPr>
            <p:cNvPr id="4" name="object 4"/>
            <p:cNvSpPr/>
            <p:nvPr/>
          </p:nvSpPr>
          <p:spPr>
            <a:xfrm>
              <a:off x="7905284" y="2817154"/>
              <a:ext cx="9334500" cy="1438910"/>
            </a:xfrm>
            <a:custGeom>
              <a:avLst/>
              <a:gdLst/>
              <a:ahLst/>
              <a:cxnLst/>
              <a:rect l="l" t="t" r="r" b="b"/>
              <a:pathLst>
                <a:path w="9334500" h="1438910">
                  <a:moveTo>
                    <a:pt x="9296052" y="1438298"/>
                  </a:moveTo>
                  <a:lnTo>
                    <a:pt x="38189" y="1438298"/>
                  </a:lnTo>
                  <a:lnTo>
                    <a:pt x="23342" y="1435311"/>
                  </a:lnTo>
                  <a:lnTo>
                    <a:pt x="11201" y="1427158"/>
                  </a:lnTo>
                  <a:lnTo>
                    <a:pt x="3007" y="1415050"/>
                  </a:lnTo>
                  <a:lnTo>
                    <a:pt x="0" y="1400198"/>
                  </a:lnTo>
                  <a:lnTo>
                    <a:pt x="0" y="38099"/>
                  </a:lnTo>
                  <a:lnTo>
                    <a:pt x="2993" y="23248"/>
                  </a:lnTo>
                  <a:lnTo>
                    <a:pt x="11166" y="11140"/>
                  </a:lnTo>
                  <a:lnTo>
                    <a:pt x="23302" y="2986"/>
                  </a:lnTo>
                  <a:lnTo>
                    <a:pt x="38189" y="0"/>
                  </a:lnTo>
                  <a:lnTo>
                    <a:pt x="9296052" y="0"/>
                  </a:lnTo>
                  <a:lnTo>
                    <a:pt x="9310898" y="2986"/>
                  </a:lnTo>
                  <a:lnTo>
                    <a:pt x="9323039" y="11140"/>
                  </a:lnTo>
                  <a:lnTo>
                    <a:pt x="9331234" y="23248"/>
                  </a:lnTo>
                  <a:lnTo>
                    <a:pt x="9334241" y="38099"/>
                  </a:lnTo>
                  <a:lnTo>
                    <a:pt x="9334241" y="1400198"/>
                  </a:lnTo>
                  <a:lnTo>
                    <a:pt x="9331247" y="1415010"/>
                  </a:lnTo>
                  <a:lnTo>
                    <a:pt x="9323075" y="1427122"/>
                  </a:lnTo>
                  <a:lnTo>
                    <a:pt x="9310939" y="1435298"/>
                  </a:lnTo>
                  <a:lnTo>
                    <a:pt x="9296052" y="1438298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05284" y="2817154"/>
              <a:ext cx="9334500" cy="1438910"/>
            </a:xfrm>
            <a:custGeom>
              <a:avLst/>
              <a:gdLst/>
              <a:ahLst/>
              <a:cxnLst/>
              <a:rect l="l" t="t" r="r" b="b"/>
              <a:pathLst>
                <a:path w="9334500" h="1438910">
                  <a:moveTo>
                    <a:pt x="0" y="38099"/>
                  </a:moveTo>
                  <a:lnTo>
                    <a:pt x="2993" y="23248"/>
                  </a:lnTo>
                  <a:lnTo>
                    <a:pt x="11166" y="11140"/>
                  </a:lnTo>
                  <a:lnTo>
                    <a:pt x="23302" y="2986"/>
                  </a:lnTo>
                  <a:lnTo>
                    <a:pt x="38189" y="0"/>
                  </a:lnTo>
                  <a:lnTo>
                    <a:pt x="9296052" y="0"/>
                  </a:lnTo>
                  <a:lnTo>
                    <a:pt x="9310898" y="2986"/>
                  </a:lnTo>
                  <a:lnTo>
                    <a:pt x="9323039" y="11140"/>
                  </a:lnTo>
                  <a:lnTo>
                    <a:pt x="9331234" y="23248"/>
                  </a:lnTo>
                  <a:lnTo>
                    <a:pt x="9334241" y="38099"/>
                  </a:lnTo>
                  <a:lnTo>
                    <a:pt x="9334241" y="1400198"/>
                  </a:lnTo>
                  <a:lnTo>
                    <a:pt x="9331247" y="1415010"/>
                  </a:lnTo>
                  <a:lnTo>
                    <a:pt x="9323075" y="1427122"/>
                  </a:lnTo>
                  <a:lnTo>
                    <a:pt x="9310939" y="1435298"/>
                  </a:lnTo>
                  <a:lnTo>
                    <a:pt x="9296052" y="1438298"/>
                  </a:lnTo>
                  <a:lnTo>
                    <a:pt x="38189" y="1438298"/>
                  </a:lnTo>
                  <a:lnTo>
                    <a:pt x="23342" y="1435311"/>
                  </a:lnTo>
                  <a:lnTo>
                    <a:pt x="11201" y="1427158"/>
                  </a:lnTo>
                  <a:lnTo>
                    <a:pt x="3007" y="1415050"/>
                  </a:lnTo>
                  <a:lnTo>
                    <a:pt x="0" y="1400198"/>
                  </a:lnTo>
                  <a:lnTo>
                    <a:pt x="0" y="38099"/>
                  </a:lnTo>
                  <a:close/>
                </a:path>
              </a:pathLst>
            </a:custGeom>
            <a:ln w="95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7900533" y="4508449"/>
            <a:ext cx="9344025" cy="1447800"/>
            <a:chOff x="7900533" y="4508449"/>
            <a:chExt cx="9344025" cy="1447800"/>
          </a:xfrm>
        </p:grpSpPr>
        <p:sp>
          <p:nvSpPr>
            <p:cNvPr id="7" name="object 7"/>
            <p:cNvSpPr/>
            <p:nvPr/>
          </p:nvSpPr>
          <p:spPr>
            <a:xfrm>
              <a:off x="7905284" y="4513200"/>
              <a:ext cx="9334500" cy="1438910"/>
            </a:xfrm>
            <a:custGeom>
              <a:avLst/>
              <a:gdLst/>
              <a:ahLst/>
              <a:cxnLst/>
              <a:rect l="l" t="t" r="r" b="b"/>
              <a:pathLst>
                <a:path w="9334500" h="1438910">
                  <a:moveTo>
                    <a:pt x="9296052" y="1438298"/>
                  </a:moveTo>
                  <a:lnTo>
                    <a:pt x="38189" y="1438298"/>
                  </a:lnTo>
                  <a:lnTo>
                    <a:pt x="23342" y="1435311"/>
                  </a:lnTo>
                  <a:lnTo>
                    <a:pt x="11201" y="1427158"/>
                  </a:lnTo>
                  <a:lnTo>
                    <a:pt x="3007" y="1415050"/>
                  </a:lnTo>
                  <a:lnTo>
                    <a:pt x="0" y="1400198"/>
                  </a:lnTo>
                  <a:lnTo>
                    <a:pt x="0" y="38099"/>
                  </a:lnTo>
                  <a:lnTo>
                    <a:pt x="2993" y="23248"/>
                  </a:lnTo>
                  <a:lnTo>
                    <a:pt x="11166" y="11140"/>
                  </a:lnTo>
                  <a:lnTo>
                    <a:pt x="23302" y="2986"/>
                  </a:lnTo>
                  <a:lnTo>
                    <a:pt x="38189" y="0"/>
                  </a:lnTo>
                  <a:lnTo>
                    <a:pt x="9296052" y="0"/>
                  </a:lnTo>
                  <a:lnTo>
                    <a:pt x="9310898" y="2986"/>
                  </a:lnTo>
                  <a:lnTo>
                    <a:pt x="9323039" y="11140"/>
                  </a:lnTo>
                  <a:lnTo>
                    <a:pt x="9331234" y="23248"/>
                  </a:lnTo>
                  <a:lnTo>
                    <a:pt x="9334241" y="38099"/>
                  </a:lnTo>
                  <a:lnTo>
                    <a:pt x="9334241" y="1400198"/>
                  </a:lnTo>
                  <a:lnTo>
                    <a:pt x="9331247" y="1415010"/>
                  </a:lnTo>
                  <a:lnTo>
                    <a:pt x="9323075" y="1427122"/>
                  </a:lnTo>
                  <a:lnTo>
                    <a:pt x="9310939" y="1435298"/>
                  </a:lnTo>
                  <a:lnTo>
                    <a:pt x="9296052" y="1438298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05284" y="4513200"/>
              <a:ext cx="9334500" cy="1438910"/>
            </a:xfrm>
            <a:custGeom>
              <a:avLst/>
              <a:gdLst/>
              <a:ahLst/>
              <a:cxnLst/>
              <a:rect l="l" t="t" r="r" b="b"/>
              <a:pathLst>
                <a:path w="9334500" h="1438910">
                  <a:moveTo>
                    <a:pt x="0" y="38099"/>
                  </a:moveTo>
                  <a:lnTo>
                    <a:pt x="2993" y="23248"/>
                  </a:lnTo>
                  <a:lnTo>
                    <a:pt x="11166" y="11140"/>
                  </a:lnTo>
                  <a:lnTo>
                    <a:pt x="23302" y="2986"/>
                  </a:lnTo>
                  <a:lnTo>
                    <a:pt x="38189" y="0"/>
                  </a:lnTo>
                  <a:lnTo>
                    <a:pt x="9296052" y="0"/>
                  </a:lnTo>
                  <a:lnTo>
                    <a:pt x="9310898" y="2986"/>
                  </a:lnTo>
                  <a:lnTo>
                    <a:pt x="9323039" y="11140"/>
                  </a:lnTo>
                  <a:lnTo>
                    <a:pt x="9331234" y="23248"/>
                  </a:lnTo>
                  <a:lnTo>
                    <a:pt x="9334241" y="38099"/>
                  </a:lnTo>
                  <a:lnTo>
                    <a:pt x="9334241" y="1400198"/>
                  </a:lnTo>
                  <a:lnTo>
                    <a:pt x="9331247" y="1415010"/>
                  </a:lnTo>
                  <a:lnTo>
                    <a:pt x="9323075" y="1427122"/>
                  </a:lnTo>
                  <a:lnTo>
                    <a:pt x="9310939" y="1435298"/>
                  </a:lnTo>
                  <a:lnTo>
                    <a:pt x="9296052" y="1438298"/>
                  </a:lnTo>
                  <a:lnTo>
                    <a:pt x="38189" y="1438298"/>
                  </a:lnTo>
                  <a:lnTo>
                    <a:pt x="23342" y="1435311"/>
                  </a:lnTo>
                  <a:lnTo>
                    <a:pt x="11201" y="1427158"/>
                  </a:lnTo>
                  <a:lnTo>
                    <a:pt x="3007" y="1415050"/>
                  </a:lnTo>
                  <a:lnTo>
                    <a:pt x="0" y="1400198"/>
                  </a:lnTo>
                  <a:lnTo>
                    <a:pt x="0" y="38099"/>
                  </a:lnTo>
                  <a:close/>
                </a:path>
              </a:pathLst>
            </a:custGeom>
            <a:ln w="95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900533" y="6204495"/>
            <a:ext cx="9344025" cy="1447800"/>
            <a:chOff x="7900533" y="6204495"/>
            <a:chExt cx="9344025" cy="1447800"/>
          </a:xfrm>
        </p:grpSpPr>
        <p:sp>
          <p:nvSpPr>
            <p:cNvPr id="10" name="object 10"/>
            <p:cNvSpPr/>
            <p:nvPr/>
          </p:nvSpPr>
          <p:spPr>
            <a:xfrm>
              <a:off x="7905284" y="6209246"/>
              <a:ext cx="9334500" cy="1438910"/>
            </a:xfrm>
            <a:custGeom>
              <a:avLst/>
              <a:gdLst/>
              <a:ahLst/>
              <a:cxnLst/>
              <a:rect l="l" t="t" r="r" b="b"/>
              <a:pathLst>
                <a:path w="9334500" h="1438909">
                  <a:moveTo>
                    <a:pt x="9296052" y="1438298"/>
                  </a:moveTo>
                  <a:lnTo>
                    <a:pt x="38189" y="1438298"/>
                  </a:lnTo>
                  <a:lnTo>
                    <a:pt x="23342" y="1435311"/>
                  </a:lnTo>
                  <a:lnTo>
                    <a:pt x="11201" y="1427158"/>
                  </a:lnTo>
                  <a:lnTo>
                    <a:pt x="3007" y="1415050"/>
                  </a:lnTo>
                  <a:lnTo>
                    <a:pt x="0" y="1400198"/>
                  </a:lnTo>
                  <a:lnTo>
                    <a:pt x="0" y="38099"/>
                  </a:lnTo>
                  <a:lnTo>
                    <a:pt x="2993" y="23248"/>
                  </a:lnTo>
                  <a:lnTo>
                    <a:pt x="11166" y="11140"/>
                  </a:lnTo>
                  <a:lnTo>
                    <a:pt x="23302" y="2986"/>
                  </a:lnTo>
                  <a:lnTo>
                    <a:pt x="38189" y="0"/>
                  </a:lnTo>
                  <a:lnTo>
                    <a:pt x="9296052" y="0"/>
                  </a:lnTo>
                  <a:lnTo>
                    <a:pt x="9310898" y="2986"/>
                  </a:lnTo>
                  <a:lnTo>
                    <a:pt x="9323039" y="11140"/>
                  </a:lnTo>
                  <a:lnTo>
                    <a:pt x="9331234" y="23248"/>
                  </a:lnTo>
                  <a:lnTo>
                    <a:pt x="9334241" y="38099"/>
                  </a:lnTo>
                  <a:lnTo>
                    <a:pt x="9334241" y="1400198"/>
                  </a:lnTo>
                  <a:lnTo>
                    <a:pt x="9331247" y="1415010"/>
                  </a:lnTo>
                  <a:lnTo>
                    <a:pt x="9323075" y="1427122"/>
                  </a:lnTo>
                  <a:lnTo>
                    <a:pt x="9310939" y="1435298"/>
                  </a:lnTo>
                  <a:lnTo>
                    <a:pt x="9296052" y="1438298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05284" y="6209246"/>
              <a:ext cx="9334500" cy="1438910"/>
            </a:xfrm>
            <a:custGeom>
              <a:avLst/>
              <a:gdLst/>
              <a:ahLst/>
              <a:cxnLst/>
              <a:rect l="l" t="t" r="r" b="b"/>
              <a:pathLst>
                <a:path w="9334500" h="1438909">
                  <a:moveTo>
                    <a:pt x="0" y="38099"/>
                  </a:moveTo>
                  <a:lnTo>
                    <a:pt x="2993" y="23248"/>
                  </a:lnTo>
                  <a:lnTo>
                    <a:pt x="11166" y="11140"/>
                  </a:lnTo>
                  <a:lnTo>
                    <a:pt x="23302" y="2986"/>
                  </a:lnTo>
                  <a:lnTo>
                    <a:pt x="38189" y="0"/>
                  </a:lnTo>
                  <a:lnTo>
                    <a:pt x="9296052" y="0"/>
                  </a:lnTo>
                  <a:lnTo>
                    <a:pt x="9310898" y="2986"/>
                  </a:lnTo>
                  <a:lnTo>
                    <a:pt x="9323039" y="11140"/>
                  </a:lnTo>
                  <a:lnTo>
                    <a:pt x="9331234" y="23248"/>
                  </a:lnTo>
                  <a:lnTo>
                    <a:pt x="9334241" y="38099"/>
                  </a:lnTo>
                  <a:lnTo>
                    <a:pt x="9334241" y="1400198"/>
                  </a:lnTo>
                  <a:lnTo>
                    <a:pt x="9331247" y="1415010"/>
                  </a:lnTo>
                  <a:lnTo>
                    <a:pt x="9323075" y="1427122"/>
                  </a:lnTo>
                  <a:lnTo>
                    <a:pt x="9310939" y="1435298"/>
                  </a:lnTo>
                  <a:lnTo>
                    <a:pt x="9296052" y="1438298"/>
                  </a:lnTo>
                  <a:lnTo>
                    <a:pt x="38189" y="1438298"/>
                  </a:lnTo>
                  <a:lnTo>
                    <a:pt x="23342" y="1435311"/>
                  </a:lnTo>
                  <a:lnTo>
                    <a:pt x="11201" y="1427158"/>
                  </a:lnTo>
                  <a:lnTo>
                    <a:pt x="3007" y="1415050"/>
                  </a:lnTo>
                  <a:lnTo>
                    <a:pt x="0" y="1400198"/>
                  </a:lnTo>
                  <a:lnTo>
                    <a:pt x="0" y="38099"/>
                  </a:lnTo>
                  <a:close/>
                </a:path>
              </a:pathLst>
            </a:custGeom>
            <a:ln w="95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900533" y="7900541"/>
            <a:ext cx="9344025" cy="1447800"/>
            <a:chOff x="7900533" y="7900541"/>
            <a:chExt cx="9344025" cy="1447800"/>
          </a:xfrm>
        </p:grpSpPr>
        <p:sp>
          <p:nvSpPr>
            <p:cNvPr id="13" name="object 13"/>
            <p:cNvSpPr/>
            <p:nvPr/>
          </p:nvSpPr>
          <p:spPr>
            <a:xfrm>
              <a:off x="7905284" y="7905291"/>
              <a:ext cx="9334500" cy="1438910"/>
            </a:xfrm>
            <a:custGeom>
              <a:avLst/>
              <a:gdLst/>
              <a:ahLst/>
              <a:cxnLst/>
              <a:rect l="l" t="t" r="r" b="b"/>
              <a:pathLst>
                <a:path w="9334500" h="1438909">
                  <a:moveTo>
                    <a:pt x="9296052" y="1438298"/>
                  </a:moveTo>
                  <a:lnTo>
                    <a:pt x="38189" y="1438298"/>
                  </a:lnTo>
                  <a:lnTo>
                    <a:pt x="23342" y="1435311"/>
                  </a:lnTo>
                  <a:lnTo>
                    <a:pt x="11201" y="1427158"/>
                  </a:lnTo>
                  <a:lnTo>
                    <a:pt x="3007" y="1415050"/>
                  </a:lnTo>
                  <a:lnTo>
                    <a:pt x="0" y="1400198"/>
                  </a:lnTo>
                  <a:lnTo>
                    <a:pt x="0" y="38099"/>
                  </a:lnTo>
                  <a:lnTo>
                    <a:pt x="2993" y="23248"/>
                  </a:lnTo>
                  <a:lnTo>
                    <a:pt x="11166" y="11140"/>
                  </a:lnTo>
                  <a:lnTo>
                    <a:pt x="23302" y="2986"/>
                  </a:lnTo>
                  <a:lnTo>
                    <a:pt x="38189" y="0"/>
                  </a:lnTo>
                  <a:lnTo>
                    <a:pt x="9296052" y="0"/>
                  </a:lnTo>
                  <a:lnTo>
                    <a:pt x="9310898" y="2986"/>
                  </a:lnTo>
                  <a:lnTo>
                    <a:pt x="9323039" y="11140"/>
                  </a:lnTo>
                  <a:lnTo>
                    <a:pt x="9331234" y="23248"/>
                  </a:lnTo>
                  <a:lnTo>
                    <a:pt x="9334241" y="38099"/>
                  </a:lnTo>
                  <a:lnTo>
                    <a:pt x="9334241" y="1400198"/>
                  </a:lnTo>
                  <a:lnTo>
                    <a:pt x="9331247" y="1415010"/>
                  </a:lnTo>
                  <a:lnTo>
                    <a:pt x="9323075" y="1427122"/>
                  </a:lnTo>
                  <a:lnTo>
                    <a:pt x="9310939" y="1435298"/>
                  </a:lnTo>
                  <a:lnTo>
                    <a:pt x="9296052" y="1438298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05284" y="7905291"/>
              <a:ext cx="9334500" cy="1438910"/>
            </a:xfrm>
            <a:custGeom>
              <a:avLst/>
              <a:gdLst/>
              <a:ahLst/>
              <a:cxnLst/>
              <a:rect l="l" t="t" r="r" b="b"/>
              <a:pathLst>
                <a:path w="9334500" h="1438909">
                  <a:moveTo>
                    <a:pt x="0" y="38099"/>
                  </a:moveTo>
                  <a:lnTo>
                    <a:pt x="2993" y="23248"/>
                  </a:lnTo>
                  <a:lnTo>
                    <a:pt x="11166" y="11140"/>
                  </a:lnTo>
                  <a:lnTo>
                    <a:pt x="23302" y="2986"/>
                  </a:lnTo>
                  <a:lnTo>
                    <a:pt x="38189" y="0"/>
                  </a:lnTo>
                  <a:lnTo>
                    <a:pt x="9296052" y="0"/>
                  </a:lnTo>
                  <a:lnTo>
                    <a:pt x="9310898" y="2986"/>
                  </a:lnTo>
                  <a:lnTo>
                    <a:pt x="9323039" y="11140"/>
                  </a:lnTo>
                  <a:lnTo>
                    <a:pt x="9331234" y="23248"/>
                  </a:lnTo>
                  <a:lnTo>
                    <a:pt x="9334241" y="38099"/>
                  </a:lnTo>
                  <a:lnTo>
                    <a:pt x="9334241" y="1400198"/>
                  </a:lnTo>
                  <a:lnTo>
                    <a:pt x="9331247" y="1415010"/>
                  </a:lnTo>
                  <a:lnTo>
                    <a:pt x="9323075" y="1427122"/>
                  </a:lnTo>
                  <a:lnTo>
                    <a:pt x="9310939" y="1435298"/>
                  </a:lnTo>
                  <a:lnTo>
                    <a:pt x="9296052" y="1438298"/>
                  </a:lnTo>
                  <a:lnTo>
                    <a:pt x="38189" y="1438298"/>
                  </a:lnTo>
                  <a:lnTo>
                    <a:pt x="23342" y="1435311"/>
                  </a:lnTo>
                  <a:lnTo>
                    <a:pt x="11201" y="1427158"/>
                  </a:lnTo>
                  <a:lnTo>
                    <a:pt x="3007" y="1415050"/>
                  </a:lnTo>
                  <a:lnTo>
                    <a:pt x="0" y="1400198"/>
                  </a:lnTo>
                  <a:lnTo>
                    <a:pt x="0" y="38099"/>
                  </a:lnTo>
                  <a:close/>
                </a:path>
              </a:pathLst>
            </a:custGeom>
            <a:ln w="95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8179692" y="829269"/>
            <a:ext cx="8787130" cy="1576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54704" marR="5080" indent="-3342640">
              <a:lnSpc>
                <a:spcPts val="6230"/>
              </a:lnSpc>
            </a:pPr>
            <a:r>
              <a:rPr sz="4950" dirty="0"/>
              <a:t>Climate</a:t>
            </a:r>
            <a:r>
              <a:rPr sz="4950" spc="-30" dirty="0"/>
              <a:t> </a:t>
            </a:r>
            <a:r>
              <a:rPr sz="4950" dirty="0"/>
              <a:t>Change:</a:t>
            </a:r>
            <a:r>
              <a:rPr sz="4950" spc="-15" dirty="0"/>
              <a:t> </a:t>
            </a:r>
            <a:r>
              <a:rPr sz="4950" dirty="0"/>
              <a:t>The</a:t>
            </a:r>
            <a:r>
              <a:rPr sz="4950" spc="-15" dirty="0"/>
              <a:t> </a:t>
            </a:r>
            <a:r>
              <a:rPr sz="4950" spc="-10" dirty="0"/>
              <a:t>Current Reality</a:t>
            </a:r>
            <a:endParaRPr sz="4950" dirty="0"/>
          </a:p>
        </p:txBody>
      </p: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dirty="0"/>
              <a:t>Temperature</a:t>
            </a:r>
            <a:r>
              <a:rPr spc="-50" dirty="0"/>
              <a:t> </a:t>
            </a:r>
            <a:r>
              <a:rPr spc="-20" dirty="0"/>
              <a:t>Rise</a:t>
            </a: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400" b="0" spc="-25" dirty="0">
                <a:latin typeface="Tahoma"/>
                <a:cs typeface="Tahoma"/>
              </a:rPr>
              <a:t>Global</a:t>
            </a:r>
            <a:r>
              <a:rPr sz="2400" b="0" spc="-165" dirty="0">
                <a:latin typeface="Tahoma"/>
                <a:cs typeface="Tahoma"/>
              </a:rPr>
              <a:t> </a:t>
            </a:r>
            <a:r>
              <a:rPr sz="2400" b="0" spc="-50" dirty="0">
                <a:latin typeface="Tahoma"/>
                <a:cs typeface="Tahoma"/>
              </a:rPr>
              <a:t>temperature</a:t>
            </a:r>
            <a:r>
              <a:rPr sz="2400" b="0" spc="-165" dirty="0">
                <a:latin typeface="Tahoma"/>
                <a:cs typeface="Tahoma"/>
              </a:rPr>
              <a:t> </a:t>
            </a:r>
            <a:r>
              <a:rPr sz="2400" b="0" spc="-90" dirty="0">
                <a:latin typeface="Tahoma"/>
                <a:cs typeface="Tahoma"/>
              </a:rPr>
              <a:t>has</a:t>
            </a:r>
            <a:r>
              <a:rPr sz="2400" b="0" spc="-165" dirty="0">
                <a:latin typeface="Tahoma"/>
                <a:cs typeface="Tahoma"/>
              </a:rPr>
              <a:t> </a:t>
            </a:r>
            <a:r>
              <a:rPr sz="2400" b="0" spc="-65" dirty="0">
                <a:latin typeface="Tahoma"/>
                <a:cs typeface="Tahoma"/>
              </a:rPr>
              <a:t>increased</a:t>
            </a:r>
            <a:r>
              <a:rPr sz="2400" b="0" spc="-165" dirty="0">
                <a:latin typeface="Tahoma"/>
                <a:cs typeface="Tahoma"/>
              </a:rPr>
              <a:t> </a:t>
            </a:r>
            <a:r>
              <a:rPr sz="2400" spc="-370" dirty="0">
                <a:latin typeface="Tahoma"/>
                <a:cs typeface="Tahoma"/>
              </a:rPr>
              <a:t>1.2°C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b="0" spc="-50" dirty="0">
                <a:latin typeface="Tahoma"/>
                <a:cs typeface="Tahoma"/>
              </a:rPr>
              <a:t>since</a:t>
            </a:r>
            <a:r>
              <a:rPr sz="2400" b="0" spc="-165" dirty="0">
                <a:latin typeface="Tahoma"/>
                <a:cs typeface="Tahoma"/>
              </a:rPr>
              <a:t> </a:t>
            </a:r>
            <a:r>
              <a:rPr sz="2400" b="0" spc="-10" dirty="0">
                <a:latin typeface="Tahoma"/>
                <a:cs typeface="Tahoma"/>
              </a:rPr>
              <a:t>pre-</a:t>
            </a:r>
            <a:r>
              <a:rPr sz="2400" b="0" spc="-60" dirty="0">
                <a:latin typeface="Tahoma"/>
                <a:cs typeface="Tahoma"/>
              </a:rPr>
              <a:t>industrial</a:t>
            </a:r>
            <a:r>
              <a:rPr sz="2400" b="0" spc="-165" dirty="0">
                <a:latin typeface="Tahoma"/>
                <a:cs typeface="Tahoma"/>
              </a:rPr>
              <a:t> </a:t>
            </a:r>
            <a:r>
              <a:rPr sz="2400" b="0" spc="-25" dirty="0">
                <a:latin typeface="Tahoma"/>
                <a:cs typeface="Tahoma"/>
              </a:rPr>
              <a:t>era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30"/>
              </a:spcBef>
            </a:pP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60" dirty="0"/>
              <a:t>CO</a:t>
            </a:r>
            <a:r>
              <a:rPr spc="-160" dirty="0">
                <a:latin typeface="Tahoma"/>
                <a:cs typeface="Tahoma"/>
              </a:rPr>
              <a:t>₂</a:t>
            </a:r>
            <a:r>
              <a:rPr spc="-60" dirty="0">
                <a:latin typeface="Tahoma"/>
                <a:cs typeface="Tahoma"/>
              </a:rPr>
              <a:t> </a:t>
            </a:r>
            <a:r>
              <a:rPr spc="-10" dirty="0"/>
              <a:t>Levels</a:t>
            </a: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spc="-55" dirty="0">
                <a:latin typeface="Tahoma"/>
                <a:cs typeface="Tahoma"/>
              </a:rPr>
              <a:t>420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spc="-190" dirty="0">
                <a:latin typeface="Tahoma"/>
                <a:cs typeface="Tahoma"/>
              </a:rPr>
              <a:t>ppm</a:t>
            </a:r>
            <a:r>
              <a:rPr sz="2400" b="0" spc="-190" dirty="0">
                <a:latin typeface="Tahoma"/>
                <a:cs typeface="Tahoma"/>
              </a:rPr>
              <a:t>,</a:t>
            </a:r>
            <a:r>
              <a:rPr sz="2400" b="0" spc="-185" dirty="0">
                <a:latin typeface="Tahoma"/>
                <a:cs typeface="Tahoma"/>
              </a:rPr>
              <a:t> </a:t>
            </a:r>
            <a:r>
              <a:rPr sz="2400" b="0" spc="-65" dirty="0">
                <a:latin typeface="Tahoma"/>
                <a:cs typeface="Tahoma"/>
              </a:rPr>
              <a:t>highest</a:t>
            </a:r>
            <a:r>
              <a:rPr sz="2400" b="0" spc="-185" dirty="0">
                <a:latin typeface="Tahoma"/>
                <a:cs typeface="Tahoma"/>
              </a:rPr>
              <a:t> </a:t>
            </a:r>
            <a:r>
              <a:rPr sz="2400" b="0" spc="-30" dirty="0">
                <a:latin typeface="Tahoma"/>
                <a:cs typeface="Tahoma"/>
              </a:rPr>
              <a:t>in</a:t>
            </a:r>
            <a:r>
              <a:rPr sz="2400" b="0" spc="-180" dirty="0">
                <a:latin typeface="Tahoma"/>
                <a:cs typeface="Tahoma"/>
              </a:rPr>
              <a:t> </a:t>
            </a:r>
            <a:r>
              <a:rPr sz="2400" b="0" spc="-35" dirty="0">
                <a:latin typeface="Tahoma"/>
                <a:cs typeface="Tahoma"/>
              </a:rPr>
              <a:t>3</a:t>
            </a:r>
            <a:r>
              <a:rPr sz="2400" b="0" spc="-185" dirty="0">
                <a:latin typeface="Tahoma"/>
                <a:cs typeface="Tahoma"/>
              </a:rPr>
              <a:t> </a:t>
            </a:r>
            <a:r>
              <a:rPr sz="2400" b="0" spc="-10" dirty="0">
                <a:latin typeface="Tahoma"/>
                <a:cs typeface="Tahoma"/>
              </a:rPr>
              <a:t>million</a:t>
            </a:r>
            <a:r>
              <a:rPr sz="2400" b="0" spc="-185" dirty="0">
                <a:latin typeface="Tahoma"/>
                <a:cs typeface="Tahoma"/>
              </a:rPr>
              <a:t> </a:t>
            </a:r>
            <a:r>
              <a:rPr sz="2400" b="0" spc="-10" dirty="0">
                <a:latin typeface="Tahoma"/>
                <a:cs typeface="Tahoma"/>
              </a:rPr>
              <a:t>years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55"/>
              </a:spcBef>
            </a:pP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/>
              <a:t>Annual</a:t>
            </a:r>
            <a:r>
              <a:rPr spc="-35" dirty="0"/>
              <a:t> </a:t>
            </a:r>
            <a:r>
              <a:rPr spc="-10" dirty="0"/>
              <a:t>Emissions</a:t>
            </a: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2400" spc="-280" dirty="0">
                <a:latin typeface="Tahoma"/>
                <a:cs typeface="Tahoma"/>
              </a:rPr>
              <a:t>37</a:t>
            </a:r>
            <a:r>
              <a:rPr sz="2400" spc="-150" dirty="0">
                <a:latin typeface="Tahoma"/>
                <a:cs typeface="Tahoma"/>
              </a:rPr>
              <a:t> billion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-195" dirty="0">
                <a:latin typeface="Tahoma"/>
                <a:cs typeface="Tahoma"/>
              </a:rPr>
              <a:t>tons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b="0" dirty="0">
                <a:latin typeface="Tahoma"/>
                <a:cs typeface="Tahoma"/>
              </a:rPr>
              <a:t>of</a:t>
            </a:r>
            <a:r>
              <a:rPr sz="2400" b="0" spc="-195" dirty="0">
                <a:latin typeface="Tahoma"/>
                <a:cs typeface="Tahoma"/>
              </a:rPr>
              <a:t> </a:t>
            </a:r>
            <a:r>
              <a:rPr sz="2400" b="0" spc="-85" dirty="0">
                <a:latin typeface="Tahoma"/>
                <a:cs typeface="Tahoma"/>
              </a:rPr>
              <a:t>CO₂</a:t>
            </a:r>
            <a:r>
              <a:rPr sz="2400" b="0" spc="-195" dirty="0">
                <a:latin typeface="Tahoma"/>
                <a:cs typeface="Tahoma"/>
              </a:rPr>
              <a:t> </a:t>
            </a:r>
            <a:r>
              <a:rPr sz="2400" b="0" spc="-10" dirty="0">
                <a:latin typeface="Tahoma"/>
                <a:cs typeface="Tahoma"/>
              </a:rPr>
              <a:t>emitted</a:t>
            </a:r>
            <a:r>
              <a:rPr sz="2400" b="0" spc="-195" dirty="0">
                <a:latin typeface="Tahoma"/>
                <a:cs typeface="Tahoma"/>
              </a:rPr>
              <a:t> </a:t>
            </a:r>
            <a:r>
              <a:rPr sz="2400" b="0" spc="-10" dirty="0">
                <a:latin typeface="Tahoma"/>
                <a:cs typeface="Tahoma"/>
              </a:rPr>
              <a:t>annually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55"/>
              </a:spcBef>
            </a:pP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/>
              <a:t>Fossil</a:t>
            </a:r>
            <a:r>
              <a:rPr spc="-45" dirty="0"/>
              <a:t> </a:t>
            </a:r>
            <a:r>
              <a:rPr spc="-20" dirty="0"/>
              <a:t>Fuels</a:t>
            </a: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b="0" spc="-70" dirty="0">
                <a:latin typeface="Tahoma"/>
                <a:cs typeface="Tahoma"/>
              </a:rPr>
              <a:t>Cause</a:t>
            </a:r>
            <a:r>
              <a:rPr sz="2400" b="0" spc="-180" dirty="0">
                <a:latin typeface="Tahoma"/>
                <a:cs typeface="Tahoma"/>
              </a:rPr>
              <a:t> </a:t>
            </a:r>
            <a:r>
              <a:rPr sz="2400" spc="-420" dirty="0">
                <a:latin typeface="Tahoma"/>
                <a:cs typeface="Tahoma"/>
              </a:rPr>
              <a:t>75%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b="0" dirty="0">
                <a:latin typeface="Tahoma"/>
                <a:cs typeface="Tahoma"/>
              </a:rPr>
              <a:t>of</a:t>
            </a:r>
            <a:r>
              <a:rPr sz="2400" b="0" spc="-185" dirty="0">
                <a:latin typeface="Tahoma"/>
                <a:cs typeface="Tahoma"/>
              </a:rPr>
              <a:t> </a:t>
            </a:r>
            <a:r>
              <a:rPr sz="2400" b="0" spc="-45" dirty="0">
                <a:latin typeface="Tahoma"/>
                <a:cs typeface="Tahoma"/>
              </a:rPr>
              <a:t>global</a:t>
            </a:r>
            <a:r>
              <a:rPr sz="2400" b="0" spc="-185" dirty="0">
                <a:latin typeface="Tahoma"/>
                <a:cs typeface="Tahoma"/>
              </a:rPr>
              <a:t> </a:t>
            </a:r>
            <a:r>
              <a:rPr sz="2400" b="0" spc="-10" dirty="0">
                <a:latin typeface="Tahoma"/>
                <a:cs typeface="Tahoma"/>
              </a:rPr>
              <a:t>emissions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2392" y="4377629"/>
            <a:ext cx="685800" cy="685800"/>
            <a:chOff x="1042392" y="4377629"/>
            <a:chExt cx="685800" cy="685800"/>
          </a:xfrm>
        </p:grpSpPr>
        <p:sp>
          <p:nvSpPr>
            <p:cNvPr id="3" name="object 3"/>
            <p:cNvSpPr/>
            <p:nvPr/>
          </p:nvSpPr>
          <p:spPr>
            <a:xfrm>
              <a:off x="1047176" y="4382414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31161" y="676231"/>
                  </a:moveTo>
                  <a:lnTo>
                    <a:pt x="45069" y="676231"/>
                  </a:lnTo>
                  <a:lnTo>
                    <a:pt x="27531" y="672687"/>
                  </a:lnTo>
                  <a:lnTo>
                    <a:pt x="13205" y="663026"/>
                  </a:lnTo>
                  <a:lnTo>
                    <a:pt x="3543" y="648699"/>
                  </a:lnTo>
                  <a:lnTo>
                    <a:pt x="0" y="631161"/>
                  </a:lnTo>
                  <a:lnTo>
                    <a:pt x="0" y="45069"/>
                  </a:lnTo>
                  <a:lnTo>
                    <a:pt x="3543" y="27531"/>
                  </a:lnTo>
                  <a:lnTo>
                    <a:pt x="13205" y="13205"/>
                  </a:lnTo>
                  <a:lnTo>
                    <a:pt x="27531" y="3543"/>
                  </a:lnTo>
                  <a:lnTo>
                    <a:pt x="45069" y="0"/>
                  </a:lnTo>
                  <a:lnTo>
                    <a:pt x="631161" y="0"/>
                  </a:lnTo>
                  <a:lnTo>
                    <a:pt x="648699" y="3543"/>
                  </a:lnTo>
                  <a:lnTo>
                    <a:pt x="663026" y="13205"/>
                  </a:lnTo>
                  <a:lnTo>
                    <a:pt x="672687" y="27531"/>
                  </a:lnTo>
                  <a:lnTo>
                    <a:pt x="676231" y="45069"/>
                  </a:lnTo>
                  <a:lnTo>
                    <a:pt x="676231" y="631161"/>
                  </a:lnTo>
                  <a:lnTo>
                    <a:pt x="672687" y="648699"/>
                  </a:lnTo>
                  <a:lnTo>
                    <a:pt x="663026" y="663026"/>
                  </a:lnTo>
                  <a:lnTo>
                    <a:pt x="648699" y="672687"/>
                  </a:lnTo>
                  <a:lnTo>
                    <a:pt x="631161" y="676231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47176" y="4382414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0" y="45069"/>
                  </a:moveTo>
                  <a:lnTo>
                    <a:pt x="3543" y="27531"/>
                  </a:lnTo>
                  <a:lnTo>
                    <a:pt x="13205" y="13205"/>
                  </a:lnTo>
                  <a:lnTo>
                    <a:pt x="27531" y="3543"/>
                  </a:lnTo>
                  <a:lnTo>
                    <a:pt x="45069" y="0"/>
                  </a:lnTo>
                  <a:lnTo>
                    <a:pt x="631161" y="0"/>
                  </a:lnTo>
                  <a:lnTo>
                    <a:pt x="648699" y="3543"/>
                  </a:lnTo>
                  <a:lnTo>
                    <a:pt x="663026" y="13205"/>
                  </a:lnTo>
                  <a:lnTo>
                    <a:pt x="672687" y="27531"/>
                  </a:lnTo>
                  <a:lnTo>
                    <a:pt x="676231" y="45069"/>
                  </a:lnTo>
                  <a:lnTo>
                    <a:pt x="676231" y="631161"/>
                  </a:lnTo>
                  <a:lnTo>
                    <a:pt x="672687" y="648699"/>
                  </a:lnTo>
                  <a:lnTo>
                    <a:pt x="663026" y="663026"/>
                  </a:lnTo>
                  <a:lnTo>
                    <a:pt x="648699" y="672687"/>
                  </a:lnTo>
                  <a:lnTo>
                    <a:pt x="631161" y="676231"/>
                  </a:lnTo>
                  <a:lnTo>
                    <a:pt x="45069" y="676231"/>
                  </a:lnTo>
                  <a:lnTo>
                    <a:pt x="27531" y="672687"/>
                  </a:lnTo>
                  <a:lnTo>
                    <a:pt x="13205" y="663026"/>
                  </a:lnTo>
                  <a:lnTo>
                    <a:pt x="3543" y="648699"/>
                  </a:lnTo>
                  <a:lnTo>
                    <a:pt x="0" y="631161"/>
                  </a:lnTo>
                  <a:lnTo>
                    <a:pt x="0" y="45069"/>
                  </a:lnTo>
                  <a:close/>
                </a:path>
              </a:pathLst>
            </a:custGeom>
            <a:ln w="95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9326166" y="4377629"/>
            <a:ext cx="685800" cy="685800"/>
            <a:chOff x="9326166" y="4377629"/>
            <a:chExt cx="685800" cy="685800"/>
          </a:xfrm>
        </p:grpSpPr>
        <p:sp>
          <p:nvSpPr>
            <p:cNvPr id="6" name="object 6"/>
            <p:cNvSpPr/>
            <p:nvPr/>
          </p:nvSpPr>
          <p:spPr>
            <a:xfrm>
              <a:off x="9330950" y="4382414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31161" y="676231"/>
                  </a:moveTo>
                  <a:lnTo>
                    <a:pt x="45069" y="676231"/>
                  </a:lnTo>
                  <a:lnTo>
                    <a:pt x="27531" y="672687"/>
                  </a:lnTo>
                  <a:lnTo>
                    <a:pt x="13205" y="663026"/>
                  </a:lnTo>
                  <a:lnTo>
                    <a:pt x="3543" y="648699"/>
                  </a:lnTo>
                  <a:lnTo>
                    <a:pt x="0" y="631161"/>
                  </a:lnTo>
                  <a:lnTo>
                    <a:pt x="0" y="45069"/>
                  </a:lnTo>
                  <a:lnTo>
                    <a:pt x="3543" y="27531"/>
                  </a:lnTo>
                  <a:lnTo>
                    <a:pt x="13205" y="13205"/>
                  </a:lnTo>
                  <a:lnTo>
                    <a:pt x="27531" y="3543"/>
                  </a:lnTo>
                  <a:lnTo>
                    <a:pt x="45069" y="0"/>
                  </a:lnTo>
                  <a:lnTo>
                    <a:pt x="631161" y="0"/>
                  </a:lnTo>
                  <a:lnTo>
                    <a:pt x="648699" y="3543"/>
                  </a:lnTo>
                  <a:lnTo>
                    <a:pt x="663026" y="13205"/>
                  </a:lnTo>
                  <a:lnTo>
                    <a:pt x="672687" y="27531"/>
                  </a:lnTo>
                  <a:lnTo>
                    <a:pt x="676231" y="45069"/>
                  </a:lnTo>
                  <a:lnTo>
                    <a:pt x="676231" y="631161"/>
                  </a:lnTo>
                  <a:lnTo>
                    <a:pt x="672687" y="648699"/>
                  </a:lnTo>
                  <a:lnTo>
                    <a:pt x="663026" y="663026"/>
                  </a:lnTo>
                  <a:lnTo>
                    <a:pt x="648699" y="672687"/>
                  </a:lnTo>
                  <a:lnTo>
                    <a:pt x="631161" y="676231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30950" y="4382414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0" y="45069"/>
                  </a:moveTo>
                  <a:lnTo>
                    <a:pt x="3543" y="27531"/>
                  </a:lnTo>
                  <a:lnTo>
                    <a:pt x="13205" y="13205"/>
                  </a:lnTo>
                  <a:lnTo>
                    <a:pt x="27531" y="3543"/>
                  </a:lnTo>
                  <a:lnTo>
                    <a:pt x="45069" y="0"/>
                  </a:lnTo>
                  <a:lnTo>
                    <a:pt x="631161" y="0"/>
                  </a:lnTo>
                  <a:lnTo>
                    <a:pt x="648699" y="3543"/>
                  </a:lnTo>
                  <a:lnTo>
                    <a:pt x="663026" y="13205"/>
                  </a:lnTo>
                  <a:lnTo>
                    <a:pt x="672687" y="27531"/>
                  </a:lnTo>
                  <a:lnTo>
                    <a:pt x="676231" y="45069"/>
                  </a:lnTo>
                  <a:lnTo>
                    <a:pt x="676231" y="631161"/>
                  </a:lnTo>
                  <a:lnTo>
                    <a:pt x="672687" y="648699"/>
                  </a:lnTo>
                  <a:lnTo>
                    <a:pt x="663026" y="663026"/>
                  </a:lnTo>
                  <a:lnTo>
                    <a:pt x="648699" y="672687"/>
                  </a:lnTo>
                  <a:lnTo>
                    <a:pt x="631161" y="676231"/>
                  </a:lnTo>
                  <a:lnTo>
                    <a:pt x="45069" y="676231"/>
                  </a:lnTo>
                  <a:lnTo>
                    <a:pt x="27531" y="672687"/>
                  </a:lnTo>
                  <a:lnTo>
                    <a:pt x="13205" y="663026"/>
                  </a:lnTo>
                  <a:lnTo>
                    <a:pt x="3543" y="648699"/>
                  </a:lnTo>
                  <a:lnTo>
                    <a:pt x="0" y="631161"/>
                  </a:lnTo>
                  <a:lnTo>
                    <a:pt x="0" y="45069"/>
                  </a:lnTo>
                  <a:close/>
                </a:path>
              </a:pathLst>
            </a:custGeom>
            <a:ln w="95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42392" y="6177110"/>
            <a:ext cx="685800" cy="685800"/>
            <a:chOff x="1042392" y="6177110"/>
            <a:chExt cx="685800" cy="685800"/>
          </a:xfrm>
        </p:grpSpPr>
        <p:sp>
          <p:nvSpPr>
            <p:cNvPr id="9" name="object 9"/>
            <p:cNvSpPr/>
            <p:nvPr/>
          </p:nvSpPr>
          <p:spPr>
            <a:xfrm>
              <a:off x="1047176" y="6181895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31161" y="676231"/>
                  </a:moveTo>
                  <a:lnTo>
                    <a:pt x="45069" y="676231"/>
                  </a:lnTo>
                  <a:lnTo>
                    <a:pt x="27531" y="672687"/>
                  </a:lnTo>
                  <a:lnTo>
                    <a:pt x="13205" y="663026"/>
                  </a:lnTo>
                  <a:lnTo>
                    <a:pt x="3543" y="648699"/>
                  </a:lnTo>
                  <a:lnTo>
                    <a:pt x="0" y="631161"/>
                  </a:lnTo>
                  <a:lnTo>
                    <a:pt x="0" y="45069"/>
                  </a:lnTo>
                  <a:lnTo>
                    <a:pt x="3543" y="27531"/>
                  </a:lnTo>
                  <a:lnTo>
                    <a:pt x="13205" y="13205"/>
                  </a:lnTo>
                  <a:lnTo>
                    <a:pt x="27531" y="3543"/>
                  </a:lnTo>
                  <a:lnTo>
                    <a:pt x="45069" y="0"/>
                  </a:lnTo>
                  <a:lnTo>
                    <a:pt x="631161" y="0"/>
                  </a:lnTo>
                  <a:lnTo>
                    <a:pt x="648699" y="3543"/>
                  </a:lnTo>
                  <a:lnTo>
                    <a:pt x="663026" y="13205"/>
                  </a:lnTo>
                  <a:lnTo>
                    <a:pt x="672687" y="27531"/>
                  </a:lnTo>
                  <a:lnTo>
                    <a:pt x="676231" y="45069"/>
                  </a:lnTo>
                  <a:lnTo>
                    <a:pt x="676231" y="631161"/>
                  </a:lnTo>
                  <a:lnTo>
                    <a:pt x="672687" y="648699"/>
                  </a:lnTo>
                  <a:lnTo>
                    <a:pt x="663026" y="663026"/>
                  </a:lnTo>
                  <a:lnTo>
                    <a:pt x="648699" y="672687"/>
                  </a:lnTo>
                  <a:lnTo>
                    <a:pt x="631161" y="676231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47176" y="6181895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0" y="45069"/>
                  </a:moveTo>
                  <a:lnTo>
                    <a:pt x="3543" y="27531"/>
                  </a:lnTo>
                  <a:lnTo>
                    <a:pt x="13205" y="13205"/>
                  </a:lnTo>
                  <a:lnTo>
                    <a:pt x="27531" y="3543"/>
                  </a:lnTo>
                  <a:lnTo>
                    <a:pt x="45069" y="0"/>
                  </a:lnTo>
                  <a:lnTo>
                    <a:pt x="631161" y="0"/>
                  </a:lnTo>
                  <a:lnTo>
                    <a:pt x="648699" y="3543"/>
                  </a:lnTo>
                  <a:lnTo>
                    <a:pt x="663026" y="13205"/>
                  </a:lnTo>
                  <a:lnTo>
                    <a:pt x="672687" y="27531"/>
                  </a:lnTo>
                  <a:lnTo>
                    <a:pt x="676231" y="45069"/>
                  </a:lnTo>
                  <a:lnTo>
                    <a:pt x="676231" y="631161"/>
                  </a:lnTo>
                  <a:lnTo>
                    <a:pt x="672687" y="648699"/>
                  </a:lnTo>
                  <a:lnTo>
                    <a:pt x="663026" y="663026"/>
                  </a:lnTo>
                  <a:lnTo>
                    <a:pt x="648699" y="672687"/>
                  </a:lnTo>
                  <a:lnTo>
                    <a:pt x="631161" y="676231"/>
                  </a:lnTo>
                  <a:lnTo>
                    <a:pt x="45069" y="676231"/>
                  </a:lnTo>
                  <a:lnTo>
                    <a:pt x="27531" y="672687"/>
                  </a:lnTo>
                  <a:lnTo>
                    <a:pt x="13205" y="663026"/>
                  </a:lnTo>
                  <a:lnTo>
                    <a:pt x="3543" y="648699"/>
                  </a:lnTo>
                  <a:lnTo>
                    <a:pt x="0" y="631161"/>
                  </a:lnTo>
                  <a:lnTo>
                    <a:pt x="0" y="45069"/>
                  </a:lnTo>
                  <a:close/>
                </a:path>
              </a:pathLst>
            </a:custGeom>
            <a:ln w="95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385547" y="6196096"/>
            <a:ext cx="685800" cy="685800"/>
            <a:chOff x="9385547" y="6196096"/>
            <a:chExt cx="685800" cy="685800"/>
          </a:xfrm>
        </p:grpSpPr>
        <p:sp>
          <p:nvSpPr>
            <p:cNvPr id="12" name="object 12"/>
            <p:cNvSpPr/>
            <p:nvPr/>
          </p:nvSpPr>
          <p:spPr>
            <a:xfrm>
              <a:off x="9390331" y="6200880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631161" y="676231"/>
                  </a:moveTo>
                  <a:lnTo>
                    <a:pt x="45069" y="676231"/>
                  </a:lnTo>
                  <a:lnTo>
                    <a:pt x="27531" y="672687"/>
                  </a:lnTo>
                  <a:lnTo>
                    <a:pt x="13205" y="663026"/>
                  </a:lnTo>
                  <a:lnTo>
                    <a:pt x="3543" y="648699"/>
                  </a:lnTo>
                  <a:lnTo>
                    <a:pt x="0" y="631161"/>
                  </a:lnTo>
                  <a:lnTo>
                    <a:pt x="0" y="45069"/>
                  </a:lnTo>
                  <a:lnTo>
                    <a:pt x="3543" y="27531"/>
                  </a:lnTo>
                  <a:lnTo>
                    <a:pt x="13205" y="13205"/>
                  </a:lnTo>
                  <a:lnTo>
                    <a:pt x="27531" y="3543"/>
                  </a:lnTo>
                  <a:lnTo>
                    <a:pt x="45069" y="0"/>
                  </a:lnTo>
                  <a:lnTo>
                    <a:pt x="631161" y="0"/>
                  </a:lnTo>
                  <a:lnTo>
                    <a:pt x="648699" y="3543"/>
                  </a:lnTo>
                  <a:lnTo>
                    <a:pt x="663026" y="13205"/>
                  </a:lnTo>
                  <a:lnTo>
                    <a:pt x="672687" y="27531"/>
                  </a:lnTo>
                  <a:lnTo>
                    <a:pt x="676231" y="45069"/>
                  </a:lnTo>
                  <a:lnTo>
                    <a:pt x="676231" y="631161"/>
                  </a:lnTo>
                  <a:lnTo>
                    <a:pt x="672687" y="648699"/>
                  </a:lnTo>
                  <a:lnTo>
                    <a:pt x="663026" y="663026"/>
                  </a:lnTo>
                  <a:lnTo>
                    <a:pt x="648699" y="672687"/>
                  </a:lnTo>
                  <a:lnTo>
                    <a:pt x="631161" y="676231"/>
                  </a:lnTo>
                  <a:close/>
                </a:path>
              </a:pathLst>
            </a:custGeom>
            <a:solidFill>
              <a:srgbClr val="2F46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390331" y="6200880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0" y="45069"/>
                  </a:moveTo>
                  <a:lnTo>
                    <a:pt x="3543" y="27531"/>
                  </a:lnTo>
                  <a:lnTo>
                    <a:pt x="13205" y="13205"/>
                  </a:lnTo>
                  <a:lnTo>
                    <a:pt x="27531" y="3543"/>
                  </a:lnTo>
                  <a:lnTo>
                    <a:pt x="45069" y="0"/>
                  </a:lnTo>
                  <a:lnTo>
                    <a:pt x="631161" y="0"/>
                  </a:lnTo>
                  <a:lnTo>
                    <a:pt x="648699" y="3543"/>
                  </a:lnTo>
                  <a:lnTo>
                    <a:pt x="663026" y="13205"/>
                  </a:lnTo>
                  <a:lnTo>
                    <a:pt x="672687" y="27531"/>
                  </a:lnTo>
                  <a:lnTo>
                    <a:pt x="676231" y="45069"/>
                  </a:lnTo>
                  <a:lnTo>
                    <a:pt x="676231" y="631161"/>
                  </a:lnTo>
                  <a:lnTo>
                    <a:pt x="672687" y="648699"/>
                  </a:lnTo>
                  <a:lnTo>
                    <a:pt x="663026" y="663026"/>
                  </a:lnTo>
                  <a:lnTo>
                    <a:pt x="648699" y="672687"/>
                  </a:lnTo>
                  <a:lnTo>
                    <a:pt x="631161" y="676231"/>
                  </a:lnTo>
                  <a:lnTo>
                    <a:pt x="45069" y="676231"/>
                  </a:lnTo>
                  <a:lnTo>
                    <a:pt x="27531" y="672687"/>
                  </a:lnTo>
                  <a:lnTo>
                    <a:pt x="13205" y="663026"/>
                  </a:lnTo>
                  <a:lnTo>
                    <a:pt x="3543" y="648699"/>
                  </a:lnTo>
                  <a:lnTo>
                    <a:pt x="0" y="631161"/>
                  </a:lnTo>
                  <a:lnTo>
                    <a:pt x="0" y="45069"/>
                  </a:lnTo>
                  <a:close/>
                </a:path>
              </a:pathLst>
            </a:custGeom>
            <a:ln w="95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9067733" y="3704833"/>
            <a:ext cx="152400" cy="4389120"/>
            <a:chOff x="9067733" y="3704833"/>
            <a:chExt cx="152400" cy="4389120"/>
          </a:xfrm>
        </p:grpSpPr>
        <p:sp>
          <p:nvSpPr>
            <p:cNvPr id="15" name="object 15"/>
            <p:cNvSpPr/>
            <p:nvPr/>
          </p:nvSpPr>
          <p:spPr>
            <a:xfrm>
              <a:off x="9143933" y="3828658"/>
              <a:ext cx="0" cy="4141470"/>
            </a:xfrm>
            <a:custGeom>
              <a:avLst/>
              <a:gdLst/>
              <a:ahLst/>
              <a:cxnLst/>
              <a:rect l="l" t="t" r="r" b="b"/>
              <a:pathLst>
                <a:path h="4141470">
                  <a:moveTo>
                    <a:pt x="0" y="4141274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67733" y="7941357"/>
              <a:ext cx="152399" cy="1523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67733" y="3704833"/>
              <a:ext cx="152399" cy="152399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58623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100"/>
              </a:spcBef>
            </a:pPr>
            <a:r>
              <a:rPr sz="5500" dirty="0">
                <a:solidFill>
                  <a:srgbClr val="000000"/>
                </a:solidFill>
              </a:rPr>
              <a:t>Why</a:t>
            </a:r>
            <a:r>
              <a:rPr sz="5500" spc="-120" dirty="0">
                <a:solidFill>
                  <a:srgbClr val="000000"/>
                </a:solidFill>
              </a:rPr>
              <a:t> </a:t>
            </a:r>
            <a:r>
              <a:rPr sz="5500" dirty="0">
                <a:solidFill>
                  <a:srgbClr val="000000"/>
                </a:solidFill>
              </a:rPr>
              <a:t>Nuclear</a:t>
            </a:r>
            <a:r>
              <a:rPr sz="5500" spc="-114" dirty="0">
                <a:solidFill>
                  <a:srgbClr val="000000"/>
                </a:solidFill>
              </a:rPr>
              <a:t> </a:t>
            </a:r>
            <a:r>
              <a:rPr sz="5500" dirty="0">
                <a:solidFill>
                  <a:srgbClr val="000000"/>
                </a:solidFill>
              </a:rPr>
              <a:t>Energy</a:t>
            </a:r>
            <a:r>
              <a:rPr sz="5500" spc="-120" dirty="0">
                <a:solidFill>
                  <a:srgbClr val="000000"/>
                </a:solidFill>
              </a:rPr>
              <a:t> </a:t>
            </a:r>
            <a:r>
              <a:rPr sz="5500" dirty="0">
                <a:solidFill>
                  <a:srgbClr val="000000"/>
                </a:solidFill>
              </a:rPr>
              <a:t>Is</a:t>
            </a:r>
            <a:r>
              <a:rPr sz="5500" spc="-114" dirty="0">
                <a:solidFill>
                  <a:srgbClr val="000000"/>
                </a:solidFill>
              </a:rPr>
              <a:t> </a:t>
            </a:r>
            <a:r>
              <a:rPr sz="5500" spc="-10" dirty="0">
                <a:solidFill>
                  <a:srgbClr val="000000"/>
                </a:solidFill>
              </a:rPr>
              <a:t>Important</a:t>
            </a:r>
            <a:endParaRPr sz="5500"/>
          </a:p>
        </p:txBody>
      </p:sp>
      <p:sp>
        <p:nvSpPr>
          <p:cNvPr id="19" name="object 19"/>
          <p:cNvSpPr txBox="1"/>
          <p:nvPr/>
        </p:nvSpPr>
        <p:spPr>
          <a:xfrm>
            <a:off x="1253827" y="4444610"/>
            <a:ext cx="25971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50" dirty="0">
                <a:solidFill>
                  <a:srgbClr val="CAD5DE"/>
                </a:solidFill>
                <a:latin typeface="Arial MT"/>
                <a:cs typeface="Arial MT"/>
              </a:rPr>
              <a:t>1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06749" y="4310203"/>
            <a:ext cx="6830695" cy="112712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050" b="1" spc="-20" dirty="0">
                <a:solidFill>
                  <a:srgbClr val="2F4654"/>
                </a:solidFill>
                <a:latin typeface="Arial"/>
                <a:cs typeface="Arial"/>
              </a:rPr>
              <a:t>Zero-</a:t>
            </a:r>
            <a:r>
              <a:rPr sz="3050" b="1" dirty="0">
                <a:solidFill>
                  <a:srgbClr val="2F4654"/>
                </a:solidFill>
                <a:latin typeface="Arial"/>
                <a:cs typeface="Arial"/>
              </a:rPr>
              <a:t>Carbon</a:t>
            </a:r>
            <a:r>
              <a:rPr sz="3050" b="1" spc="-15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050" b="1" spc="-10" dirty="0">
                <a:solidFill>
                  <a:srgbClr val="2F4654"/>
                </a:solidFill>
                <a:latin typeface="Arial"/>
                <a:cs typeface="Arial"/>
              </a:rPr>
              <a:t>Electricity</a:t>
            </a:r>
            <a:endParaRPr sz="3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900" spc="-55" dirty="0">
                <a:solidFill>
                  <a:srgbClr val="FFFFFF"/>
                </a:solidFill>
                <a:latin typeface="Tahoma"/>
                <a:cs typeface="Tahoma"/>
              </a:rPr>
              <a:t>Produces</a:t>
            </a:r>
            <a:r>
              <a:rPr sz="29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60" dirty="0">
                <a:solidFill>
                  <a:srgbClr val="FFFFFF"/>
                </a:solidFill>
                <a:latin typeface="Tahoma"/>
                <a:cs typeface="Tahoma"/>
              </a:rPr>
              <a:t>large-</a:t>
            </a:r>
            <a:r>
              <a:rPr sz="2900" spc="-70" dirty="0">
                <a:solidFill>
                  <a:srgbClr val="FFFFFF"/>
                </a:solidFill>
                <a:latin typeface="Tahoma"/>
                <a:cs typeface="Tahoma"/>
              </a:rPr>
              <a:t>scale</a:t>
            </a:r>
            <a:r>
              <a:rPr sz="29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zero-</a:t>
            </a:r>
            <a:r>
              <a:rPr sz="2900" spc="-60" dirty="0">
                <a:solidFill>
                  <a:srgbClr val="FFFFFF"/>
                </a:solidFill>
                <a:latin typeface="Tahoma"/>
                <a:cs typeface="Tahoma"/>
              </a:rPr>
              <a:t>carbon</a:t>
            </a:r>
            <a:r>
              <a:rPr sz="29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Tahoma"/>
                <a:cs typeface="Tahoma"/>
              </a:rPr>
              <a:t>electricity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37600" y="4444610"/>
            <a:ext cx="25971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50" dirty="0">
                <a:solidFill>
                  <a:srgbClr val="CAD5DE"/>
                </a:solidFill>
                <a:latin typeface="Arial MT"/>
                <a:cs typeface="Arial MT"/>
              </a:rPr>
              <a:t>2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90522" y="4310715"/>
            <a:ext cx="6816725" cy="110807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050" b="1" dirty="0">
                <a:solidFill>
                  <a:srgbClr val="2F4654"/>
                </a:solidFill>
                <a:latin typeface="Arial"/>
                <a:cs typeface="Arial"/>
              </a:rPr>
              <a:t>Continuous</a:t>
            </a:r>
            <a:r>
              <a:rPr sz="3050" b="1" spc="-90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050" b="1" dirty="0">
                <a:solidFill>
                  <a:srgbClr val="2F4654"/>
                </a:solidFill>
                <a:latin typeface="Arial"/>
                <a:cs typeface="Arial"/>
              </a:rPr>
              <a:t>Power</a:t>
            </a:r>
            <a:r>
              <a:rPr sz="3050" b="1" spc="-85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050" b="1" spc="-10" dirty="0">
                <a:solidFill>
                  <a:srgbClr val="2F4654"/>
                </a:solidFill>
                <a:latin typeface="Arial"/>
                <a:cs typeface="Arial"/>
              </a:rPr>
              <a:t>Generation</a:t>
            </a:r>
            <a:endParaRPr sz="3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800" spc="-65" dirty="0">
                <a:solidFill>
                  <a:srgbClr val="FFFFFF"/>
                </a:solidFill>
                <a:latin typeface="Tahoma"/>
                <a:cs typeface="Tahoma"/>
              </a:rPr>
              <a:t>Generates</a:t>
            </a:r>
            <a:r>
              <a:rPr sz="28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Tahoma"/>
                <a:cs typeface="Tahoma"/>
              </a:rPr>
              <a:t>power</a:t>
            </a:r>
            <a:r>
              <a:rPr sz="2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Tahoma"/>
                <a:cs typeface="Tahoma"/>
              </a:rPr>
              <a:t>continuously,</a:t>
            </a:r>
            <a:r>
              <a:rPr sz="2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Tahoma"/>
                <a:cs typeface="Tahoma"/>
              </a:rPr>
              <a:t>day</a:t>
            </a:r>
            <a:r>
              <a:rPr sz="2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5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8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ahoma"/>
                <a:cs typeface="Tahoma"/>
              </a:rPr>
              <a:t>night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3827" y="6244093"/>
            <a:ext cx="25971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50" dirty="0">
                <a:solidFill>
                  <a:srgbClr val="CAD5DE"/>
                </a:solidFill>
                <a:latin typeface="Arial MT"/>
                <a:cs typeface="Arial MT"/>
              </a:rPr>
              <a:t>3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06749" y="6109684"/>
            <a:ext cx="6807834" cy="112712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050" b="1" dirty="0">
                <a:solidFill>
                  <a:srgbClr val="2F4654"/>
                </a:solidFill>
                <a:latin typeface="Arial"/>
                <a:cs typeface="Arial"/>
              </a:rPr>
              <a:t>Energy</a:t>
            </a:r>
            <a:r>
              <a:rPr sz="3050" b="1" spc="-100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050" b="1" spc="-10" dirty="0">
                <a:solidFill>
                  <a:srgbClr val="2F4654"/>
                </a:solidFill>
                <a:latin typeface="Arial"/>
                <a:cs typeface="Arial"/>
              </a:rPr>
              <a:t>Density</a:t>
            </a:r>
            <a:endParaRPr sz="3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sz="29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70" dirty="0">
                <a:solidFill>
                  <a:srgbClr val="FFFFFF"/>
                </a:solidFill>
                <a:latin typeface="Tahoma"/>
                <a:cs typeface="Tahoma"/>
              </a:rPr>
              <a:t>uranium</a:t>
            </a:r>
            <a:r>
              <a:rPr sz="29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Tahoma"/>
                <a:cs typeface="Tahoma"/>
              </a:rPr>
              <a:t>pellet</a:t>
            </a:r>
            <a:r>
              <a:rPr sz="29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844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29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75" dirty="0">
                <a:solidFill>
                  <a:srgbClr val="FFFFFF"/>
                </a:solidFill>
                <a:latin typeface="Tahoma"/>
                <a:cs typeface="Tahoma"/>
              </a:rPr>
              <a:t>energy</a:t>
            </a:r>
            <a:r>
              <a:rPr sz="29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9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655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29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ton</a:t>
            </a:r>
            <a:r>
              <a:rPr sz="290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9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Tahoma"/>
                <a:cs typeface="Tahoma"/>
              </a:rPr>
              <a:t>coal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37600" y="6244093"/>
            <a:ext cx="25971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-50" dirty="0">
                <a:solidFill>
                  <a:srgbClr val="CAD5DE"/>
                </a:solidFill>
                <a:latin typeface="Arial MT"/>
                <a:cs typeface="Arial MT"/>
              </a:rPr>
              <a:t>4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308977" y="6026416"/>
            <a:ext cx="5821045" cy="143510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487045">
              <a:lnSpc>
                <a:spcPct val="100000"/>
              </a:lnSpc>
              <a:spcBef>
                <a:spcPts val="2020"/>
              </a:spcBef>
            </a:pPr>
            <a:r>
              <a:rPr sz="3050" b="1" dirty="0">
                <a:solidFill>
                  <a:srgbClr val="2F4654"/>
                </a:solidFill>
                <a:latin typeface="Arial"/>
                <a:cs typeface="Arial"/>
              </a:rPr>
              <a:t>Global</a:t>
            </a:r>
            <a:r>
              <a:rPr sz="3050" b="1" spc="-95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050" b="1" dirty="0">
                <a:solidFill>
                  <a:srgbClr val="2F4654"/>
                </a:solidFill>
                <a:latin typeface="Arial"/>
                <a:cs typeface="Arial"/>
              </a:rPr>
              <a:t>Safety</a:t>
            </a:r>
            <a:r>
              <a:rPr sz="3050" b="1" spc="-95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050" b="1" spc="-10" dirty="0">
                <a:solidFill>
                  <a:srgbClr val="2F4654"/>
                </a:solidFill>
                <a:latin typeface="Arial"/>
                <a:cs typeface="Arial"/>
              </a:rPr>
              <a:t>Record</a:t>
            </a:r>
            <a:endParaRPr sz="3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15"/>
              </a:spcBef>
            </a:pPr>
            <a:r>
              <a:rPr sz="3000" spc="-45" dirty="0">
                <a:solidFill>
                  <a:srgbClr val="FFFFFF"/>
                </a:solidFill>
                <a:latin typeface="Tahoma"/>
                <a:cs typeface="Tahoma"/>
              </a:rPr>
              <a:t>Already</a:t>
            </a:r>
            <a:r>
              <a:rPr sz="300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spc="-70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30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spc="-45" dirty="0">
                <a:solidFill>
                  <a:srgbClr val="FFFFFF"/>
                </a:solidFill>
                <a:latin typeface="Tahoma"/>
                <a:cs typeface="Tahoma"/>
              </a:rPr>
              <a:t>safely</a:t>
            </a:r>
            <a:r>
              <a:rPr sz="300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spc="-3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30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spc="-155" dirty="0">
                <a:solidFill>
                  <a:srgbClr val="FFFFFF"/>
                </a:solidFill>
                <a:latin typeface="Tahoma"/>
                <a:cs typeface="Tahoma"/>
              </a:rPr>
              <a:t>30+</a:t>
            </a:r>
            <a:r>
              <a:rPr sz="3000" spc="-2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ahoma"/>
                <a:cs typeface="Tahoma"/>
              </a:rPr>
              <a:t>countries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81" y="6381"/>
            <a:ext cx="18281650" cy="10280650"/>
          </a:xfrm>
          <a:custGeom>
            <a:avLst/>
            <a:gdLst/>
            <a:ahLst/>
            <a:cxnLst/>
            <a:rect l="l" t="t" r="r" b="b"/>
            <a:pathLst>
              <a:path w="18281650" h="10280650">
                <a:moveTo>
                  <a:pt x="18281617" y="10280617"/>
                </a:moveTo>
                <a:lnTo>
                  <a:pt x="0" y="10280617"/>
                </a:lnTo>
                <a:lnTo>
                  <a:pt x="0" y="0"/>
                </a:lnTo>
                <a:lnTo>
                  <a:pt x="18281617" y="0"/>
                </a:lnTo>
                <a:lnTo>
                  <a:pt x="18281617" y="10280617"/>
                </a:lnTo>
                <a:close/>
              </a:path>
            </a:pathLst>
          </a:custGeom>
          <a:solidFill>
            <a:srgbClr val="09988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2763" y="10286999"/>
                  </a:moveTo>
                  <a:lnTo>
                    <a:pt x="0" y="10286999"/>
                  </a:lnTo>
                  <a:lnTo>
                    <a:pt x="0" y="2857"/>
                  </a:lnTo>
                  <a:lnTo>
                    <a:pt x="2857" y="0"/>
                  </a:lnTo>
                  <a:lnTo>
                    <a:pt x="18287999" y="0"/>
                  </a:lnTo>
                  <a:lnTo>
                    <a:pt x="18287999" y="6381"/>
                  </a:lnTo>
                  <a:lnTo>
                    <a:pt x="6381" y="6381"/>
                  </a:lnTo>
                  <a:lnTo>
                    <a:pt x="6381" y="12763"/>
                  </a:lnTo>
                  <a:lnTo>
                    <a:pt x="12763" y="12763"/>
                  </a:lnTo>
                  <a:lnTo>
                    <a:pt x="12763" y="10286999"/>
                  </a:lnTo>
                  <a:close/>
                </a:path>
                <a:path w="18288000" h="10287000">
                  <a:moveTo>
                    <a:pt x="12763" y="12763"/>
                  </a:moveTo>
                  <a:lnTo>
                    <a:pt x="6381" y="12763"/>
                  </a:lnTo>
                  <a:lnTo>
                    <a:pt x="6381" y="6381"/>
                  </a:lnTo>
                  <a:lnTo>
                    <a:pt x="12763" y="6381"/>
                  </a:lnTo>
                  <a:lnTo>
                    <a:pt x="12763" y="12763"/>
                  </a:lnTo>
                  <a:close/>
                </a:path>
                <a:path w="18288000" h="10287000">
                  <a:moveTo>
                    <a:pt x="18287999" y="12763"/>
                  </a:moveTo>
                  <a:lnTo>
                    <a:pt x="12763" y="12763"/>
                  </a:lnTo>
                  <a:lnTo>
                    <a:pt x="12763" y="6381"/>
                  </a:lnTo>
                  <a:lnTo>
                    <a:pt x="18287999" y="6381"/>
                  </a:lnTo>
                  <a:lnTo>
                    <a:pt x="18287999" y="127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50564" y="2928612"/>
              <a:ext cx="4416425" cy="6330315"/>
            </a:xfrm>
            <a:custGeom>
              <a:avLst/>
              <a:gdLst/>
              <a:ahLst/>
              <a:cxnLst/>
              <a:rect l="l" t="t" r="r" b="b"/>
              <a:pathLst>
                <a:path w="4416425" h="6330315">
                  <a:moveTo>
                    <a:pt x="0" y="6329687"/>
                  </a:moveTo>
                  <a:lnTo>
                    <a:pt x="0" y="574088"/>
                  </a:lnTo>
                  <a:lnTo>
                    <a:pt x="1959" y="528078"/>
                  </a:lnTo>
                  <a:lnTo>
                    <a:pt x="7728" y="482896"/>
                  </a:lnTo>
                  <a:lnTo>
                    <a:pt x="17139" y="438708"/>
                  </a:lnTo>
                  <a:lnTo>
                    <a:pt x="30029" y="395679"/>
                  </a:lnTo>
                  <a:lnTo>
                    <a:pt x="46230" y="353974"/>
                  </a:lnTo>
                  <a:lnTo>
                    <a:pt x="65578" y="313761"/>
                  </a:lnTo>
                  <a:lnTo>
                    <a:pt x="87907" y="275203"/>
                  </a:lnTo>
                  <a:lnTo>
                    <a:pt x="113051" y="238467"/>
                  </a:lnTo>
                  <a:lnTo>
                    <a:pt x="140844" y="203718"/>
                  </a:lnTo>
                  <a:lnTo>
                    <a:pt x="171122" y="171122"/>
                  </a:lnTo>
                  <a:lnTo>
                    <a:pt x="203718" y="140844"/>
                  </a:lnTo>
                  <a:lnTo>
                    <a:pt x="238467" y="113051"/>
                  </a:lnTo>
                  <a:lnTo>
                    <a:pt x="275203" y="87907"/>
                  </a:lnTo>
                  <a:lnTo>
                    <a:pt x="313761" y="65578"/>
                  </a:lnTo>
                  <a:lnTo>
                    <a:pt x="353975" y="46230"/>
                  </a:lnTo>
                  <a:lnTo>
                    <a:pt x="395679" y="30029"/>
                  </a:lnTo>
                  <a:lnTo>
                    <a:pt x="438708" y="17139"/>
                  </a:lnTo>
                  <a:lnTo>
                    <a:pt x="482896" y="7728"/>
                  </a:lnTo>
                  <a:lnTo>
                    <a:pt x="528885" y="1856"/>
                  </a:lnTo>
                  <a:lnTo>
                    <a:pt x="530497" y="1856"/>
                  </a:lnTo>
                  <a:lnTo>
                    <a:pt x="574088" y="0"/>
                  </a:lnTo>
                  <a:lnTo>
                    <a:pt x="3841973" y="0"/>
                  </a:lnTo>
                  <a:lnTo>
                    <a:pt x="3887982" y="1856"/>
                  </a:lnTo>
                  <a:lnTo>
                    <a:pt x="3933164" y="7345"/>
                  </a:lnTo>
                  <a:lnTo>
                    <a:pt x="3977353" y="16345"/>
                  </a:lnTo>
                  <a:lnTo>
                    <a:pt x="4020382" y="28733"/>
                  </a:lnTo>
                  <a:lnTo>
                    <a:pt x="4062086" y="44390"/>
                  </a:lnTo>
                  <a:lnTo>
                    <a:pt x="4102300" y="63193"/>
                  </a:lnTo>
                  <a:lnTo>
                    <a:pt x="4140857" y="85022"/>
                  </a:lnTo>
                  <a:lnTo>
                    <a:pt x="4177593" y="109753"/>
                  </a:lnTo>
                  <a:lnTo>
                    <a:pt x="4212342" y="137267"/>
                  </a:lnTo>
                  <a:lnTo>
                    <a:pt x="4244938" y="167442"/>
                  </a:lnTo>
                  <a:lnTo>
                    <a:pt x="4275216" y="200156"/>
                  </a:lnTo>
                  <a:lnTo>
                    <a:pt x="4303010" y="235287"/>
                  </a:lnTo>
                  <a:lnTo>
                    <a:pt x="4328154" y="272715"/>
                  </a:lnTo>
                  <a:lnTo>
                    <a:pt x="4350482" y="312318"/>
                  </a:lnTo>
                  <a:lnTo>
                    <a:pt x="4369830" y="353974"/>
                  </a:lnTo>
                  <a:lnTo>
                    <a:pt x="4386031" y="397563"/>
                  </a:lnTo>
                  <a:lnTo>
                    <a:pt x="4398921" y="442962"/>
                  </a:lnTo>
                  <a:lnTo>
                    <a:pt x="4408333" y="490050"/>
                  </a:lnTo>
                  <a:lnTo>
                    <a:pt x="4414101" y="538706"/>
                  </a:lnTo>
                  <a:lnTo>
                    <a:pt x="4416060" y="588808"/>
                  </a:lnTo>
                  <a:lnTo>
                    <a:pt x="4416060" y="5181511"/>
                  </a:lnTo>
                  <a:lnTo>
                    <a:pt x="2208030" y="5181511"/>
                  </a:lnTo>
                  <a:lnTo>
                    <a:pt x="0" y="6329687"/>
                  </a:lnTo>
                  <a:close/>
                </a:path>
                <a:path w="4416425" h="6330315">
                  <a:moveTo>
                    <a:pt x="4416061" y="6329687"/>
                  </a:moveTo>
                  <a:lnTo>
                    <a:pt x="2208030" y="5181511"/>
                  </a:lnTo>
                  <a:lnTo>
                    <a:pt x="4416061" y="5181511"/>
                  </a:lnTo>
                  <a:lnTo>
                    <a:pt x="4416061" y="6329687"/>
                  </a:lnTo>
                  <a:close/>
                </a:path>
              </a:pathLst>
            </a:custGeom>
            <a:solidFill>
              <a:srgbClr val="0717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11088" y="3027631"/>
            <a:ext cx="3295015" cy="2512695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950"/>
              </a:spcBef>
            </a:pPr>
            <a:r>
              <a:rPr sz="10500" spc="-20" dirty="0">
                <a:solidFill>
                  <a:srgbClr val="FFFFFF"/>
                </a:solidFill>
                <a:latin typeface="Arial MT"/>
                <a:cs typeface="Arial MT"/>
              </a:rPr>
              <a:t>820g</a:t>
            </a:r>
            <a:endParaRPr sz="10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3700" dirty="0">
                <a:solidFill>
                  <a:srgbClr val="FFFFFF"/>
                </a:solidFill>
                <a:latin typeface="Arial MT"/>
                <a:cs typeface="Arial MT"/>
              </a:rPr>
              <a:t>Coal</a:t>
            </a:r>
            <a:r>
              <a:rPr sz="3700" spc="-10" dirty="0">
                <a:solidFill>
                  <a:srgbClr val="FFFFFF"/>
                </a:solidFill>
                <a:latin typeface="Arial MT"/>
                <a:cs typeface="Arial MT"/>
              </a:rPr>
              <a:t> Emissions</a:t>
            </a:r>
            <a:endParaRPr sz="3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04412" y="6310498"/>
            <a:ext cx="3708400" cy="504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50" spc="-110" dirty="0">
                <a:solidFill>
                  <a:srgbClr val="FFFFFF"/>
                </a:solidFill>
                <a:latin typeface="Tahoma"/>
                <a:cs typeface="Tahoma"/>
              </a:rPr>
              <a:t>CO₂</a:t>
            </a:r>
            <a:r>
              <a:rPr sz="315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150" spc="-80" dirty="0">
                <a:solidFill>
                  <a:srgbClr val="FFFFFF"/>
                </a:solidFill>
                <a:latin typeface="Tahoma"/>
                <a:cs typeface="Tahoma"/>
              </a:rPr>
              <a:t>per</a:t>
            </a:r>
            <a:r>
              <a:rPr sz="315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150" spc="-45" dirty="0">
                <a:solidFill>
                  <a:srgbClr val="FFFFFF"/>
                </a:solidFill>
                <a:latin typeface="Tahoma"/>
                <a:cs typeface="Tahoma"/>
              </a:rPr>
              <a:t>kilowatt-</a:t>
            </a:r>
            <a:r>
              <a:rPr sz="3150" spc="-25" dirty="0">
                <a:solidFill>
                  <a:srgbClr val="FFFFFF"/>
                </a:solidFill>
                <a:latin typeface="Tahoma"/>
                <a:cs typeface="Tahoma"/>
              </a:rPr>
              <a:t>hour</a:t>
            </a:r>
            <a:endParaRPr sz="31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9678" y="962056"/>
            <a:ext cx="812800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11320" algn="l"/>
              </a:tabLst>
            </a:pPr>
            <a:r>
              <a:rPr sz="7000" b="1" spc="-10" dirty="0">
                <a:solidFill>
                  <a:srgbClr val="071723"/>
                </a:solidFill>
                <a:latin typeface="Arial"/>
                <a:cs typeface="Arial"/>
              </a:rPr>
              <a:t>Scientific</a:t>
            </a:r>
            <a:r>
              <a:rPr sz="7000" b="1" dirty="0">
                <a:solidFill>
                  <a:srgbClr val="071723"/>
                </a:solidFill>
                <a:latin typeface="Arial"/>
                <a:cs typeface="Arial"/>
              </a:rPr>
              <a:t>	</a:t>
            </a:r>
            <a:r>
              <a:rPr sz="7000" b="1" spc="-10" dirty="0">
                <a:solidFill>
                  <a:srgbClr val="071723"/>
                </a:solidFill>
                <a:latin typeface="Arial"/>
                <a:cs typeface="Arial"/>
              </a:rPr>
              <a:t>Evidence</a:t>
            </a:r>
            <a:endParaRPr sz="7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3528" y="9453428"/>
            <a:ext cx="75184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-25" dirty="0">
                <a:solidFill>
                  <a:srgbClr val="FFFFFF"/>
                </a:solidFill>
                <a:latin typeface="Tahoma"/>
                <a:cs typeface="Tahoma"/>
              </a:rPr>
              <a:t>*Next-</a:t>
            </a:r>
            <a:r>
              <a:rPr sz="2550" spc="-50" dirty="0">
                <a:solidFill>
                  <a:srgbClr val="FFFFFF"/>
                </a:solidFill>
                <a:latin typeface="Tahoma"/>
                <a:cs typeface="Tahoma"/>
              </a:rPr>
              <a:t>generation</a:t>
            </a:r>
            <a:r>
              <a:rPr sz="255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spc="-60" dirty="0">
                <a:solidFill>
                  <a:srgbClr val="FFFFFF"/>
                </a:solidFill>
                <a:latin typeface="Tahoma"/>
                <a:cs typeface="Tahoma"/>
              </a:rPr>
              <a:t>reactors</a:t>
            </a:r>
            <a:r>
              <a:rPr sz="255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spc="-20" dirty="0">
                <a:solidFill>
                  <a:srgbClr val="FFFFFF"/>
                </a:solidFill>
                <a:latin typeface="Tahoma"/>
                <a:cs typeface="Tahoma"/>
              </a:rPr>
              <a:t>improve</a:t>
            </a:r>
            <a:r>
              <a:rPr sz="255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spc="-35" dirty="0">
                <a:solidFill>
                  <a:srgbClr val="FFFFFF"/>
                </a:solidFill>
                <a:latin typeface="Tahoma"/>
                <a:cs typeface="Tahoma"/>
              </a:rPr>
              <a:t>safety</a:t>
            </a:r>
            <a:r>
              <a:rPr sz="255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spc="-35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55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Tahoma"/>
                <a:cs typeface="Tahoma"/>
              </a:rPr>
              <a:t>stability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661648" y="2928611"/>
            <a:ext cx="4416425" cy="6330315"/>
          </a:xfrm>
          <a:custGeom>
            <a:avLst/>
            <a:gdLst/>
            <a:ahLst/>
            <a:cxnLst/>
            <a:rect l="l" t="t" r="r" b="b"/>
            <a:pathLst>
              <a:path w="4416425" h="6330315">
                <a:moveTo>
                  <a:pt x="0" y="6329687"/>
                </a:moveTo>
                <a:lnTo>
                  <a:pt x="0" y="574088"/>
                </a:lnTo>
                <a:lnTo>
                  <a:pt x="1959" y="528078"/>
                </a:lnTo>
                <a:lnTo>
                  <a:pt x="7728" y="482896"/>
                </a:lnTo>
                <a:lnTo>
                  <a:pt x="17140" y="438708"/>
                </a:lnTo>
                <a:lnTo>
                  <a:pt x="30029" y="395679"/>
                </a:lnTo>
                <a:lnTo>
                  <a:pt x="46230" y="353974"/>
                </a:lnTo>
                <a:lnTo>
                  <a:pt x="65578" y="313761"/>
                </a:lnTo>
                <a:lnTo>
                  <a:pt x="87907" y="275203"/>
                </a:lnTo>
                <a:lnTo>
                  <a:pt x="113051" y="238467"/>
                </a:lnTo>
                <a:lnTo>
                  <a:pt x="140844" y="203718"/>
                </a:lnTo>
                <a:lnTo>
                  <a:pt x="171122" y="171122"/>
                </a:lnTo>
                <a:lnTo>
                  <a:pt x="203718" y="140844"/>
                </a:lnTo>
                <a:lnTo>
                  <a:pt x="238467" y="113051"/>
                </a:lnTo>
                <a:lnTo>
                  <a:pt x="275203" y="87907"/>
                </a:lnTo>
                <a:lnTo>
                  <a:pt x="313761" y="65578"/>
                </a:lnTo>
                <a:lnTo>
                  <a:pt x="353974" y="46230"/>
                </a:lnTo>
                <a:lnTo>
                  <a:pt x="395679" y="30029"/>
                </a:lnTo>
                <a:lnTo>
                  <a:pt x="438708" y="17139"/>
                </a:lnTo>
                <a:lnTo>
                  <a:pt x="482896" y="7728"/>
                </a:lnTo>
                <a:lnTo>
                  <a:pt x="528885" y="1856"/>
                </a:lnTo>
                <a:lnTo>
                  <a:pt x="530497" y="1856"/>
                </a:lnTo>
                <a:lnTo>
                  <a:pt x="574088" y="0"/>
                </a:lnTo>
                <a:lnTo>
                  <a:pt x="3841973" y="0"/>
                </a:lnTo>
                <a:lnTo>
                  <a:pt x="3887983" y="1856"/>
                </a:lnTo>
                <a:lnTo>
                  <a:pt x="3933164" y="7345"/>
                </a:lnTo>
                <a:lnTo>
                  <a:pt x="3977353" y="16345"/>
                </a:lnTo>
                <a:lnTo>
                  <a:pt x="4020382" y="28733"/>
                </a:lnTo>
                <a:lnTo>
                  <a:pt x="4062086" y="44390"/>
                </a:lnTo>
                <a:lnTo>
                  <a:pt x="4102300" y="63193"/>
                </a:lnTo>
                <a:lnTo>
                  <a:pt x="4140858" y="85022"/>
                </a:lnTo>
                <a:lnTo>
                  <a:pt x="4177594" y="109753"/>
                </a:lnTo>
                <a:lnTo>
                  <a:pt x="4212343" y="137267"/>
                </a:lnTo>
                <a:lnTo>
                  <a:pt x="4244939" y="167442"/>
                </a:lnTo>
                <a:lnTo>
                  <a:pt x="4275216" y="200156"/>
                </a:lnTo>
                <a:lnTo>
                  <a:pt x="4303010" y="235287"/>
                </a:lnTo>
                <a:lnTo>
                  <a:pt x="4328154" y="272715"/>
                </a:lnTo>
                <a:lnTo>
                  <a:pt x="4350482" y="312318"/>
                </a:lnTo>
                <a:lnTo>
                  <a:pt x="4369830" y="353974"/>
                </a:lnTo>
                <a:lnTo>
                  <a:pt x="4386032" y="397563"/>
                </a:lnTo>
                <a:lnTo>
                  <a:pt x="4398921" y="442962"/>
                </a:lnTo>
                <a:lnTo>
                  <a:pt x="4408333" y="490050"/>
                </a:lnTo>
                <a:lnTo>
                  <a:pt x="4414101" y="538706"/>
                </a:lnTo>
                <a:lnTo>
                  <a:pt x="4416060" y="588808"/>
                </a:lnTo>
                <a:lnTo>
                  <a:pt x="4416060" y="5181511"/>
                </a:lnTo>
                <a:lnTo>
                  <a:pt x="2208030" y="5181511"/>
                </a:lnTo>
                <a:lnTo>
                  <a:pt x="0" y="6329687"/>
                </a:lnTo>
                <a:close/>
              </a:path>
              <a:path w="4416425" h="6330315">
                <a:moveTo>
                  <a:pt x="4416061" y="6329687"/>
                </a:moveTo>
                <a:lnTo>
                  <a:pt x="2208030" y="5181511"/>
                </a:lnTo>
                <a:lnTo>
                  <a:pt x="4416061" y="5181511"/>
                </a:lnTo>
                <a:lnTo>
                  <a:pt x="4416061" y="6329687"/>
                </a:lnTo>
                <a:close/>
              </a:path>
            </a:pathLst>
          </a:custGeom>
          <a:solidFill>
            <a:srgbClr val="0717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81725" y="3129558"/>
            <a:ext cx="3375660" cy="2533650"/>
          </a:xfrm>
          <a:prstGeom prst="rect">
            <a:avLst/>
          </a:prstGeom>
        </p:spPr>
        <p:txBody>
          <a:bodyPr vert="horz" wrap="square" lIns="0" tIns="2476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50"/>
              </a:spcBef>
            </a:pPr>
            <a:r>
              <a:rPr sz="10600" spc="-25" dirty="0">
                <a:solidFill>
                  <a:srgbClr val="FFFFFF"/>
                </a:solidFill>
                <a:latin typeface="Arial MT"/>
                <a:cs typeface="Arial MT"/>
              </a:rPr>
              <a:t>92%</a:t>
            </a:r>
            <a:endParaRPr sz="10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sz="3750" dirty="0">
                <a:solidFill>
                  <a:srgbClr val="FFFFFF"/>
                </a:solidFill>
                <a:latin typeface="Arial MT"/>
                <a:cs typeface="Arial MT"/>
              </a:rPr>
              <a:t>Capacity</a:t>
            </a:r>
            <a:r>
              <a:rPr sz="37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750" spc="-10" dirty="0">
                <a:solidFill>
                  <a:srgbClr val="FFFFFF"/>
                </a:solidFill>
                <a:latin typeface="Arial MT"/>
                <a:cs typeface="Arial MT"/>
              </a:rPr>
              <a:t>Factor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41907" y="6283182"/>
            <a:ext cx="3855085" cy="1304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8860" marR="5080" indent="-1026794">
              <a:lnSpc>
                <a:spcPct val="133200"/>
              </a:lnSpc>
              <a:spcBef>
                <a:spcPts val="95"/>
              </a:spcBef>
            </a:pPr>
            <a:r>
              <a:rPr sz="3150" spc="-55" dirty="0">
                <a:solidFill>
                  <a:srgbClr val="FFFFFF"/>
                </a:solidFill>
                <a:latin typeface="Tahoma"/>
                <a:cs typeface="Tahoma"/>
              </a:rPr>
              <a:t>Nuclear</a:t>
            </a:r>
            <a:r>
              <a:rPr sz="315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150" spc="-40" dirty="0">
                <a:solidFill>
                  <a:srgbClr val="FFFFFF"/>
                </a:solidFill>
                <a:latin typeface="Tahoma"/>
                <a:cs typeface="Tahoma"/>
              </a:rPr>
              <a:t>plants</a:t>
            </a:r>
            <a:r>
              <a:rPr sz="3150" spc="-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150" spc="-35" dirty="0">
                <a:solidFill>
                  <a:srgbClr val="FFFFFF"/>
                </a:solidFill>
                <a:latin typeface="Tahoma"/>
                <a:cs typeface="Tahoma"/>
              </a:rPr>
              <a:t>operate </a:t>
            </a:r>
            <a:r>
              <a:rPr sz="3150" spc="-70" dirty="0">
                <a:solidFill>
                  <a:srgbClr val="FFFFFF"/>
                </a:solidFill>
                <a:latin typeface="Tahoma"/>
                <a:cs typeface="Tahoma"/>
              </a:rPr>
              <a:t>at</a:t>
            </a:r>
            <a:r>
              <a:rPr sz="3150" spc="-25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150" spc="-6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3150" spc="-25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150" spc="-20" dirty="0">
                <a:solidFill>
                  <a:srgbClr val="FFFFFF"/>
                </a:solidFill>
                <a:latin typeface="Tahoma"/>
                <a:cs typeface="Tahoma"/>
              </a:rPr>
              <a:t>rate</a:t>
            </a:r>
            <a:endParaRPr sz="31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96228" y="2928611"/>
            <a:ext cx="4416425" cy="6330315"/>
          </a:xfrm>
          <a:custGeom>
            <a:avLst/>
            <a:gdLst/>
            <a:ahLst/>
            <a:cxnLst/>
            <a:rect l="l" t="t" r="r" b="b"/>
            <a:pathLst>
              <a:path w="4416425" h="6330315">
                <a:moveTo>
                  <a:pt x="0" y="6329687"/>
                </a:moveTo>
                <a:lnTo>
                  <a:pt x="0" y="574088"/>
                </a:lnTo>
                <a:lnTo>
                  <a:pt x="1959" y="528078"/>
                </a:lnTo>
                <a:lnTo>
                  <a:pt x="7728" y="482896"/>
                </a:lnTo>
                <a:lnTo>
                  <a:pt x="17139" y="438708"/>
                </a:lnTo>
                <a:lnTo>
                  <a:pt x="30029" y="395679"/>
                </a:lnTo>
                <a:lnTo>
                  <a:pt x="46230" y="353974"/>
                </a:lnTo>
                <a:lnTo>
                  <a:pt x="65578" y="313761"/>
                </a:lnTo>
                <a:lnTo>
                  <a:pt x="87907" y="275203"/>
                </a:lnTo>
                <a:lnTo>
                  <a:pt x="113051" y="238467"/>
                </a:lnTo>
                <a:lnTo>
                  <a:pt x="140844" y="203718"/>
                </a:lnTo>
                <a:lnTo>
                  <a:pt x="171122" y="171122"/>
                </a:lnTo>
                <a:lnTo>
                  <a:pt x="203718" y="140844"/>
                </a:lnTo>
                <a:lnTo>
                  <a:pt x="238467" y="113051"/>
                </a:lnTo>
                <a:lnTo>
                  <a:pt x="275203" y="87907"/>
                </a:lnTo>
                <a:lnTo>
                  <a:pt x="313761" y="65578"/>
                </a:lnTo>
                <a:lnTo>
                  <a:pt x="353974" y="46230"/>
                </a:lnTo>
                <a:lnTo>
                  <a:pt x="395679" y="30029"/>
                </a:lnTo>
                <a:lnTo>
                  <a:pt x="438708" y="17139"/>
                </a:lnTo>
                <a:lnTo>
                  <a:pt x="482896" y="7728"/>
                </a:lnTo>
                <a:lnTo>
                  <a:pt x="528885" y="1856"/>
                </a:lnTo>
                <a:lnTo>
                  <a:pt x="530497" y="1856"/>
                </a:lnTo>
                <a:lnTo>
                  <a:pt x="574087" y="0"/>
                </a:lnTo>
                <a:lnTo>
                  <a:pt x="3841973" y="0"/>
                </a:lnTo>
                <a:lnTo>
                  <a:pt x="3887982" y="1856"/>
                </a:lnTo>
                <a:lnTo>
                  <a:pt x="3933164" y="7345"/>
                </a:lnTo>
                <a:lnTo>
                  <a:pt x="3977352" y="16345"/>
                </a:lnTo>
                <a:lnTo>
                  <a:pt x="4020381" y="28733"/>
                </a:lnTo>
                <a:lnTo>
                  <a:pt x="4062086" y="44390"/>
                </a:lnTo>
                <a:lnTo>
                  <a:pt x="4102299" y="63193"/>
                </a:lnTo>
                <a:lnTo>
                  <a:pt x="4140857" y="85022"/>
                </a:lnTo>
                <a:lnTo>
                  <a:pt x="4177593" y="109753"/>
                </a:lnTo>
                <a:lnTo>
                  <a:pt x="4212342" y="137267"/>
                </a:lnTo>
                <a:lnTo>
                  <a:pt x="4244938" y="167442"/>
                </a:lnTo>
                <a:lnTo>
                  <a:pt x="4275216" y="200156"/>
                </a:lnTo>
                <a:lnTo>
                  <a:pt x="4303009" y="235287"/>
                </a:lnTo>
                <a:lnTo>
                  <a:pt x="4328153" y="272715"/>
                </a:lnTo>
                <a:lnTo>
                  <a:pt x="4350482" y="312318"/>
                </a:lnTo>
                <a:lnTo>
                  <a:pt x="4369830" y="353974"/>
                </a:lnTo>
                <a:lnTo>
                  <a:pt x="4386031" y="397563"/>
                </a:lnTo>
                <a:lnTo>
                  <a:pt x="4398921" y="442962"/>
                </a:lnTo>
                <a:lnTo>
                  <a:pt x="4408332" y="490050"/>
                </a:lnTo>
                <a:lnTo>
                  <a:pt x="4414101" y="538706"/>
                </a:lnTo>
                <a:lnTo>
                  <a:pt x="4416060" y="588808"/>
                </a:lnTo>
                <a:lnTo>
                  <a:pt x="4416060" y="5181511"/>
                </a:lnTo>
                <a:lnTo>
                  <a:pt x="2208030" y="5181511"/>
                </a:lnTo>
                <a:lnTo>
                  <a:pt x="0" y="6329687"/>
                </a:lnTo>
                <a:close/>
              </a:path>
              <a:path w="4416425" h="6330315">
                <a:moveTo>
                  <a:pt x="4416060" y="6329687"/>
                </a:moveTo>
                <a:lnTo>
                  <a:pt x="2208030" y="5181511"/>
                </a:lnTo>
                <a:lnTo>
                  <a:pt x="4416060" y="5181511"/>
                </a:lnTo>
                <a:lnTo>
                  <a:pt x="4416060" y="6329687"/>
                </a:lnTo>
                <a:close/>
              </a:path>
            </a:pathLst>
          </a:custGeom>
          <a:solidFill>
            <a:srgbClr val="0717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194644" y="3149844"/>
            <a:ext cx="2380615" cy="1719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100" b="0" spc="-25" dirty="0">
                <a:latin typeface="Arial MT"/>
                <a:cs typeface="Arial MT"/>
              </a:rPr>
              <a:t>12g</a:t>
            </a:r>
            <a:endParaRPr sz="1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28755" y="4930320"/>
            <a:ext cx="3912870" cy="264096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814705" marR="807085" indent="-635" algn="ctr">
              <a:lnSpc>
                <a:spcPts val="4840"/>
              </a:lnSpc>
              <a:spcBef>
                <a:spcPts val="170"/>
              </a:spcBef>
            </a:pPr>
            <a:r>
              <a:rPr sz="3950" spc="-10" dirty="0">
                <a:solidFill>
                  <a:srgbClr val="FFFFFF"/>
                </a:solidFill>
                <a:latin typeface="Arial MT"/>
                <a:cs typeface="Arial MT"/>
              </a:rPr>
              <a:t>Nuclear Emissions</a:t>
            </a:r>
            <a:endParaRPr sz="3950">
              <a:latin typeface="Arial MT"/>
              <a:cs typeface="Arial MT"/>
            </a:endParaRPr>
          </a:p>
          <a:p>
            <a:pPr marL="12065" marR="5080" algn="ctr">
              <a:lnSpc>
                <a:spcPct val="133100"/>
              </a:lnSpc>
              <a:spcBef>
                <a:spcPts val="300"/>
              </a:spcBef>
            </a:pPr>
            <a:r>
              <a:rPr sz="3300" spc="-105" dirty="0">
                <a:solidFill>
                  <a:srgbClr val="FFFFFF"/>
                </a:solidFill>
                <a:latin typeface="Tahoma"/>
                <a:cs typeface="Tahoma"/>
              </a:rPr>
              <a:t>CO₂</a:t>
            </a:r>
            <a:r>
              <a:rPr sz="33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00" spc="-70" dirty="0">
                <a:solidFill>
                  <a:srgbClr val="FFFFFF"/>
                </a:solidFill>
                <a:latin typeface="Tahoma"/>
                <a:cs typeface="Tahoma"/>
              </a:rPr>
              <a:t>per</a:t>
            </a:r>
            <a:r>
              <a:rPr sz="33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FFFFFF"/>
                </a:solidFill>
                <a:latin typeface="Tahoma"/>
                <a:cs typeface="Tahoma"/>
              </a:rPr>
              <a:t>kilowatt-</a:t>
            </a:r>
            <a:r>
              <a:rPr sz="3300" spc="-40" dirty="0">
                <a:solidFill>
                  <a:srgbClr val="FFFFFF"/>
                </a:solidFill>
                <a:latin typeface="Tahoma"/>
                <a:cs typeface="Tahoma"/>
              </a:rPr>
              <a:t>hour </a:t>
            </a:r>
            <a:r>
              <a:rPr sz="3300" spc="-95" dirty="0">
                <a:solidFill>
                  <a:srgbClr val="FFFFFF"/>
                </a:solidFill>
                <a:latin typeface="Tahoma"/>
                <a:cs typeface="Tahoma"/>
              </a:rPr>
              <a:t>(very</a:t>
            </a:r>
            <a:r>
              <a:rPr sz="33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300" spc="-20" dirty="0">
                <a:solidFill>
                  <a:srgbClr val="FFFFFF"/>
                </a:solidFill>
                <a:latin typeface="Tahoma"/>
                <a:cs typeface="Tahoma"/>
              </a:rPr>
              <a:t>low)</a:t>
            </a:r>
            <a:endParaRPr sz="33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63773" y="3835506"/>
              <a:ext cx="8115300" cy="3641725"/>
            </a:xfrm>
            <a:custGeom>
              <a:avLst/>
              <a:gdLst/>
              <a:ahLst/>
              <a:cxnLst/>
              <a:rect l="l" t="t" r="r" b="b"/>
              <a:pathLst>
                <a:path w="8115300" h="3641725">
                  <a:moveTo>
                    <a:pt x="6398936" y="3641488"/>
                  </a:moveTo>
                  <a:lnTo>
                    <a:pt x="0" y="3641488"/>
                  </a:lnTo>
                  <a:lnTo>
                    <a:pt x="0" y="0"/>
                  </a:lnTo>
                  <a:lnTo>
                    <a:pt x="6398936" y="0"/>
                  </a:lnTo>
                  <a:lnTo>
                    <a:pt x="8115300" y="1820744"/>
                  </a:lnTo>
                  <a:lnTo>
                    <a:pt x="6398936" y="3641488"/>
                  </a:lnTo>
                  <a:close/>
                </a:path>
              </a:pathLst>
            </a:custGeom>
            <a:solidFill>
              <a:srgbClr val="099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60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5" dirty="0"/>
              <a:t> </a:t>
            </a:r>
            <a:r>
              <a:rPr dirty="0"/>
              <a:t>Future:</a:t>
            </a:r>
            <a:r>
              <a:rPr spc="-5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vs.</a:t>
            </a:r>
            <a:r>
              <a:rPr spc="-55" dirty="0"/>
              <a:t> </a:t>
            </a:r>
            <a:r>
              <a:rPr dirty="0"/>
              <a:t>Without</a:t>
            </a:r>
            <a:r>
              <a:rPr spc="-55" dirty="0"/>
              <a:t> </a:t>
            </a:r>
            <a:r>
              <a:rPr spc="-10" dirty="0"/>
              <a:t>Nuclear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6000" y="4050364"/>
            <a:ext cx="4881245" cy="11131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60"/>
              </a:spcBef>
            </a:pPr>
            <a:r>
              <a:rPr sz="35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5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b="1" dirty="0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sz="35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b="1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3500" b="1" spc="-10" dirty="0">
                <a:solidFill>
                  <a:srgbClr val="FFFFFF"/>
                </a:solidFill>
                <a:latin typeface="Arial"/>
                <a:cs typeface="Arial"/>
              </a:rPr>
              <a:t> Nuclear Energy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23962" y="3919528"/>
            <a:ext cx="16277590" cy="3599179"/>
            <a:chOff x="1223962" y="3919528"/>
            <a:chExt cx="16277590" cy="359917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2417" y="5821541"/>
              <a:ext cx="104775" cy="1047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2417" y="6404947"/>
              <a:ext cx="104775" cy="1047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3962" y="7026751"/>
              <a:ext cx="104775" cy="1047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267310" y="3919528"/>
              <a:ext cx="8234680" cy="3599179"/>
            </a:xfrm>
            <a:custGeom>
              <a:avLst/>
              <a:gdLst/>
              <a:ahLst/>
              <a:cxnLst/>
              <a:rect l="l" t="t" r="r" b="b"/>
              <a:pathLst>
                <a:path w="8234680" h="3599179">
                  <a:moveTo>
                    <a:pt x="6517834" y="3598970"/>
                  </a:moveTo>
                  <a:lnTo>
                    <a:pt x="0" y="3598970"/>
                  </a:lnTo>
                  <a:lnTo>
                    <a:pt x="0" y="0"/>
                  </a:lnTo>
                  <a:lnTo>
                    <a:pt x="6517834" y="0"/>
                  </a:lnTo>
                  <a:lnTo>
                    <a:pt x="8234198" y="1799485"/>
                  </a:lnTo>
                  <a:lnTo>
                    <a:pt x="6517834" y="3598970"/>
                  </a:lnTo>
                  <a:close/>
                </a:path>
              </a:pathLst>
            </a:custGeom>
            <a:solidFill>
              <a:srgbClr val="099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69181" y="5662918"/>
            <a:ext cx="4296410" cy="15830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10"/>
              </a:spcBef>
            </a:pPr>
            <a:r>
              <a:rPr sz="2300" spc="-40" dirty="0">
                <a:solidFill>
                  <a:srgbClr val="FFFFFF"/>
                </a:solidFill>
                <a:latin typeface="Tahoma"/>
                <a:cs typeface="Tahoma"/>
              </a:rPr>
              <a:t>Drastically</a:t>
            </a:r>
            <a:r>
              <a:rPr sz="2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45" dirty="0">
                <a:solidFill>
                  <a:srgbClr val="FFFFFF"/>
                </a:solidFill>
                <a:latin typeface="Tahoma"/>
                <a:cs typeface="Tahoma"/>
              </a:rPr>
              <a:t>lower</a:t>
            </a:r>
            <a:r>
              <a:rPr sz="23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50" dirty="0">
                <a:solidFill>
                  <a:srgbClr val="FFFFFF"/>
                </a:solidFill>
                <a:latin typeface="Tahoma"/>
                <a:cs typeface="Tahoma"/>
              </a:rPr>
              <a:t>carbon</a:t>
            </a:r>
            <a:r>
              <a:rPr sz="23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emissions</a:t>
            </a:r>
            <a:endParaRPr sz="2300">
              <a:latin typeface="Tahoma"/>
              <a:cs typeface="Tahoma"/>
            </a:endParaRPr>
          </a:p>
          <a:p>
            <a:pPr marL="12700" marR="576580" indent="18415">
              <a:lnSpc>
                <a:spcPts val="4900"/>
              </a:lnSpc>
              <a:spcBef>
                <a:spcPts val="15"/>
              </a:spcBef>
            </a:pPr>
            <a:r>
              <a:rPr sz="2300" spc="-50" dirty="0">
                <a:solidFill>
                  <a:srgbClr val="FFFFFF"/>
                </a:solidFill>
                <a:latin typeface="Tahoma"/>
                <a:cs typeface="Tahoma"/>
              </a:rPr>
              <a:t>Stable,</a:t>
            </a:r>
            <a:r>
              <a:rPr sz="2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40" dirty="0">
                <a:solidFill>
                  <a:srgbClr val="FFFFFF"/>
                </a:solidFill>
                <a:latin typeface="Tahoma"/>
                <a:cs typeface="Tahoma"/>
              </a:rPr>
              <a:t>affordable</a:t>
            </a:r>
            <a:r>
              <a:rPr sz="2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electricity </a:t>
            </a:r>
            <a:r>
              <a:rPr sz="2300" spc="-55" dirty="0">
                <a:solidFill>
                  <a:srgbClr val="FFFFFF"/>
                </a:solidFill>
                <a:latin typeface="Tahoma"/>
                <a:cs typeface="Tahoma"/>
              </a:rPr>
              <a:t>Real</a:t>
            </a:r>
            <a:r>
              <a:rPr sz="2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50" dirty="0">
                <a:solidFill>
                  <a:srgbClr val="FFFFFF"/>
                </a:solidFill>
                <a:latin typeface="Tahoma"/>
                <a:cs typeface="Tahoma"/>
              </a:rPr>
              <a:t>chance</a:t>
            </a:r>
            <a:r>
              <a:rPr sz="2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70" dirty="0">
                <a:solidFill>
                  <a:srgbClr val="FFFFFF"/>
                </a:solidFill>
                <a:latin typeface="Tahoma"/>
                <a:cs typeface="Tahoma"/>
              </a:rPr>
              <a:t>reach</a:t>
            </a:r>
            <a:r>
              <a:rPr sz="2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dirty="0">
                <a:solidFill>
                  <a:srgbClr val="FFFFFF"/>
                </a:solidFill>
                <a:latin typeface="Tahoma"/>
                <a:cs typeface="Tahoma"/>
              </a:rPr>
              <a:t>net-</a:t>
            </a:r>
            <a:r>
              <a:rPr sz="2300" spc="-20" dirty="0">
                <a:solidFill>
                  <a:srgbClr val="FFFFFF"/>
                </a:solidFill>
                <a:latin typeface="Tahoma"/>
                <a:cs typeface="Tahoma"/>
              </a:rPr>
              <a:t>zero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05750" y="4050364"/>
            <a:ext cx="5822315" cy="11131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60"/>
              </a:spcBef>
            </a:pPr>
            <a:r>
              <a:rPr sz="3500" b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5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b="1" dirty="0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sz="35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b="1" dirty="0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sz="35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b="1" spc="-10" dirty="0">
                <a:solidFill>
                  <a:srgbClr val="FFFFFF"/>
                </a:solidFill>
                <a:latin typeface="Arial"/>
                <a:cs typeface="Arial"/>
              </a:rPr>
              <a:t>Nuclear Energy</a:t>
            </a:r>
            <a:endParaRPr sz="35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462572" y="5821541"/>
            <a:ext cx="104775" cy="1282700"/>
            <a:chOff x="9462572" y="5821541"/>
            <a:chExt cx="104775" cy="12827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2572" y="6998865"/>
              <a:ext cx="104775" cy="1047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2572" y="6367685"/>
              <a:ext cx="104775" cy="1047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2572" y="5821541"/>
              <a:ext cx="104775" cy="10477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707791" y="5469047"/>
            <a:ext cx="4582795" cy="1749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5800"/>
              </a:lnSpc>
              <a:spcBef>
                <a:spcPts val="95"/>
              </a:spcBef>
            </a:pPr>
            <a:r>
              <a:rPr sz="2300" spc="-85" dirty="0">
                <a:solidFill>
                  <a:srgbClr val="FFFFFF"/>
                </a:solidFill>
                <a:latin typeface="Tahoma"/>
                <a:cs typeface="Tahoma"/>
              </a:rPr>
              <a:t>Increased</a:t>
            </a:r>
            <a:r>
              <a:rPr sz="2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Tahoma"/>
                <a:cs typeface="Tahoma"/>
              </a:rPr>
              <a:t>dependence</a:t>
            </a:r>
            <a:r>
              <a:rPr sz="2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23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35" dirty="0">
                <a:solidFill>
                  <a:srgbClr val="FFFFFF"/>
                </a:solidFill>
                <a:latin typeface="Tahoma"/>
                <a:cs typeface="Tahoma"/>
              </a:rPr>
              <a:t>fossil</a:t>
            </a:r>
            <a:r>
              <a:rPr sz="23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fuels </a:t>
            </a:r>
            <a:r>
              <a:rPr sz="2300" spc="-65" dirty="0">
                <a:solidFill>
                  <a:srgbClr val="FFFFFF"/>
                </a:solidFill>
                <a:latin typeface="Tahoma"/>
                <a:cs typeface="Tahoma"/>
              </a:rPr>
              <a:t>Greater</a:t>
            </a:r>
            <a:r>
              <a:rPr sz="23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Tahoma"/>
                <a:cs typeface="Tahoma"/>
              </a:rPr>
              <a:t>climate</a:t>
            </a:r>
            <a:r>
              <a:rPr sz="23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disasters</a:t>
            </a:r>
            <a:endParaRPr sz="2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10"/>
              </a:spcBef>
            </a:pPr>
            <a:r>
              <a:rPr sz="2300" spc="-55" dirty="0">
                <a:solidFill>
                  <a:srgbClr val="FFFFFF"/>
                </a:solidFill>
                <a:latin typeface="Tahoma"/>
                <a:cs typeface="Tahoma"/>
              </a:rPr>
              <a:t>Higher</a:t>
            </a:r>
            <a:r>
              <a:rPr sz="23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45" dirty="0">
                <a:solidFill>
                  <a:srgbClr val="FFFFFF"/>
                </a:solidFill>
                <a:latin typeface="Tahoma"/>
                <a:cs typeface="Tahoma"/>
              </a:rPr>
              <a:t>global</a:t>
            </a:r>
            <a:r>
              <a:rPr sz="23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temperatures</a:t>
            </a:r>
            <a:endParaRPr sz="23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9" y="1619"/>
            <a:ext cx="18286730" cy="10285730"/>
          </a:xfrm>
          <a:custGeom>
            <a:avLst/>
            <a:gdLst/>
            <a:ahLst/>
            <a:cxnLst/>
            <a:rect l="l" t="t" r="r" b="b"/>
            <a:pathLst>
              <a:path w="18286730" h="10285730">
                <a:moveTo>
                  <a:pt x="18286379" y="10285380"/>
                </a:moveTo>
                <a:lnTo>
                  <a:pt x="0" y="10285380"/>
                </a:lnTo>
                <a:lnTo>
                  <a:pt x="0" y="0"/>
                </a:lnTo>
                <a:lnTo>
                  <a:pt x="18286379" y="0"/>
                </a:lnTo>
                <a:lnTo>
                  <a:pt x="18286379" y="10285380"/>
                </a:lnTo>
                <a:close/>
              </a:path>
            </a:pathLst>
          </a:custGeom>
          <a:solidFill>
            <a:srgbClr val="0998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88" y="0"/>
                </a:moveTo>
                <a:lnTo>
                  <a:pt x="0" y="0"/>
                </a:lnTo>
                <a:lnTo>
                  <a:pt x="0" y="1270"/>
                </a:lnTo>
                <a:lnTo>
                  <a:pt x="0" y="7620"/>
                </a:lnTo>
                <a:lnTo>
                  <a:pt x="0" y="10281920"/>
                </a:lnTo>
                <a:lnTo>
                  <a:pt x="0" y="10287000"/>
                </a:lnTo>
                <a:lnTo>
                  <a:pt x="1612" y="10287000"/>
                </a:lnTo>
                <a:lnTo>
                  <a:pt x="1612" y="10286670"/>
                </a:lnTo>
                <a:lnTo>
                  <a:pt x="7988" y="10286670"/>
                </a:lnTo>
                <a:lnTo>
                  <a:pt x="18283225" y="10286670"/>
                </a:lnTo>
                <a:lnTo>
                  <a:pt x="18287988" y="10286670"/>
                </a:lnTo>
                <a:lnTo>
                  <a:pt x="18287988" y="1295"/>
                </a:lnTo>
                <a:lnTo>
                  <a:pt x="18283225" y="1295"/>
                </a:lnTo>
                <a:lnTo>
                  <a:pt x="18283225" y="7683"/>
                </a:lnTo>
                <a:lnTo>
                  <a:pt x="18283225" y="10281907"/>
                </a:lnTo>
                <a:lnTo>
                  <a:pt x="7988" y="10281907"/>
                </a:lnTo>
                <a:lnTo>
                  <a:pt x="7988" y="7683"/>
                </a:lnTo>
                <a:lnTo>
                  <a:pt x="18283225" y="7683"/>
                </a:lnTo>
                <a:lnTo>
                  <a:pt x="18283225" y="1295"/>
                </a:lnTo>
                <a:lnTo>
                  <a:pt x="7988" y="1295"/>
                </a:lnTo>
                <a:lnTo>
                  <a:pt x="1612" y="1295"/>
                </a:lnTo>
                <a:lnTo>
                  <a:pt x="18287988" y="1270"/>
                </a:lnTo>
                <a:lnTo>
                  <a:pt x="182879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04292" y="3697188"/>
            <a:ext cx="8014334" cy="1820545"/>
            <a:chOff x="1004292" y="3697188"/>
            <a:chExt cx="8014334" cy="1820545"/>
          </a:xfrm>
        </p:grpSpPr>
        <p:sp>
          <p:nvSpPr>
            <p:cNvPr id="5" name="object 5"/>
            <p:cNvSpPr/>
            <p:nvPr/>
          </p:nvSpPr>
          <p:spPr>
            <a:xfrm>
              <a:off x="1047165" y="3721001"/>
              <a:ext cx="7947659" cy="1772920"/>
            </a:xfrm>
            <a:custGeom>
              <a:avLst/>
              <a:gdLst/>
              <a:ahLst/>
              <a:cxnLst/>
              <a:rect l="l" t="t" r="r" b="b"/>
              <a:pathLst>
                <a:path w="7947659" h="1772920">
                  <a:moveTo>
                    <a:pt x="7761325" y="1772691"/>
                  </a:moveTo>
                  <a:lnTo>
                    <a:pt x="185927" y="1772691"/>
                  </a:lnTo>
                  <a:lnTo>
                    <a:pt x="136502" y="1766156"/>
                  </a:lnTo>
                  <a:lnTo>
                    <a:pt x="92088" y="1747715"/>
                  </a:lnTo>
                  <a:lnTo>
                    <a:pt x="54459" y="1719113"/>
                  </a:lnTo>
                  <a:lnTo>
                    <a:pt x="25385" y="1682098"/>
                  </a:lnTo>
                  <a:lnTo>
                    <a:pt x="6641" y="1638416"/>
                  </a:lnTo>
                  <a:lnTo>
                    <a:pt x="0" y="1589812"/>
                  </a:lnTo>
                  <a:lnTo>
                    <a:pt x="0" y="182879"/>
                  </a:lnTo>
                  <a:lnTo>
                    <a:pt x="6641" y="134275"/>
                  </a:lnTo>
                  <a:lnTo>
                    <a:pt x="25385" y="90593"/>
                  </a:lnTo>
                  <a:lnTo>
                    <a:pt x="54459" y="53577"/>
                  </a:lnTo>
                  <a:lnTo>
                    <a:pt x="92088" y="24976"/>
                  </a:lnTo>
                  <a:lnTo>
                    <a:pt x="136502" y="6535"/>
                  </a:lnTo>
                  <a:lnTo>
                    <a:pt x="185927" y="0"/>
                  </a:lnTo>
                  <a:lnTo>
                    <a:pt x="7761325" y="0"/>
                  </a:lnTo>
                  <a:lnTo>
                    <a:pt x="7810750" y="6535"/>
                  </a:lnTo>
                  <a:lnTo>
                    <a:pt x="7855164" y="24976"/>
                  </a:lnTo>
                  <a:lnTo>
                    <a:pt x="7892793" y="53577"/>
                  </a:lnTo>
                  <a:lnTo>
                    <a:pt x="7921867" y="90593"/>
                  </a:lnTo>
                  <a:lnTo>
                    <a:pt x="7940611" y="134275"/>
                  </a:lnTo>
                  <a:lnTo>
                    <a:pt x="7947252" y="182879"/>
                  </a:lnTo>
                  <a:lnTo>
                    <a:pt x="7947252" y="1589812"/>
                  </a:lnTo>
                  <a:lnTo>
                    <a:pt x="7940611" y="1638416"/>
                  </a:lnTo>
                  <a:lnTo>
                    <a:pt x="7921867" y="1682098"/>
                  </a:lnTo>
                  <a:lnTo>
                    <a:pt x="7892793" y="1719113"/>
                  </a:lnTo>
                  <a:lnTo>
                    <a:pt x="7855164" y="1747715"/>
                  </a:lnTo>
                  <a:lnTo>
                    <a:pt x="7810750" y="1766156"/>
                  </a:lnTo>
                  <a:lnTo>
                    <a:pt x="7761325" y="1772691"/>
                  </a:lnTo>
                  <a:close/>
                </a:path>
              </a:pathLst>
            </a:custGeom>
            <a:solidFill>
              <a:srgbClr val="099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7165" y="3721001"/>
              <a:ext cx="7947659" cy="1772920"/>
            </a:xfrm>
            <a:custGeom>
              <a:avLst/>
              <a:gdLst/>
              <a:ahLst/>
              <a:cxnLst/>
              <a:rect l="l" t="t" r="r" b="b"/>
              <a:pathLst>
                <a:path w="7947659" h="1772920">
                  <a:moveTo>
                    <a:pt x="0" y="182879"/>
                  </a:moveTo>
                  <a:lnTo>
                    <a:pt x="6641" y="134275"/>
                  </a:lnTo>
                  <a:lnTo>
                    <a:pt x="25385" y="90593"/>
                  </a:lnTo>
                  <a:lnTo>
                    <a:pt x="54459" y="53577"/>
                  </a:lnTo>
                  <a:lnTo>
                    <a:pt x="92088" y="24976"/>
                  </a:lnTo>
                  <a:lnTo>
                    <a:pt x="136502" y="6535"/>
                  </a:lnTo>
                  <a:lnTo>
                    <a:pt x="185927" y="0"/>
                  </a:lnTo>
                  <a:lnTo>
                    <a:pt x="7761325" y="0"/>
                  </a:lnTo>
                  <a:lnTo>
                    <a:pt x="7810750" y="6535"/>
                  </a:lnTo>
                  <a:lnTo>
                    <a:pt x="7855164" y="24976"/>
                  </a:lnTo>
                  <a:lnTo>
                    <a:pt x="7892793" y="53577"/>
                  </a:lnTo>
                  <a:lnTo>
                    <a:pt x="7921867" y="90593"/>
                  </a:lnTo>
                  <a:lnTo>
                    <a:pt x="7940611" y="134275"/>
                  </a:lnTo>
                  <a:lnTo>
                    <a:pt x="7947252" y="182879"/>
                  </a:lnTo>
                  <a:lnTo>
                    <a:pt x="7947252" y="1589812"/>
                  </a:lnTo>
                  <a:lnTo>
                    <a:pt x="7940611" y="1638416"/>
                  </a:lnTo>
                  <a:lnTo>
                    <a:pt x="7921867" y="1682098"/>
                  </a:lnTo>
                  <a:lnTo>
                    <a:pt x="7892793" y="1719113"/>
                  </a:lnTo>
                  <a:lnTo>
                    <a:pt x="7855164" y="1747715"/>
                  </a:lnTo>
                  <a:lnTo>
                    <a:pt x="7810750" y="1766156"/>
                  </a:lnTo>
                  <a:lnTo>
                    <a:pt x="7761325" y="1772691"/>
                  </a:lnTo>
                  <a:lnTo>
                    <a:pt x="185927" y="1772691"/>
                  </a:lnTo>
                  <a:lnTo>
                    <a:pt x="136502" y="1766156"/>
                  </a:lnTo>
                  <a:lnTo>
                    <a:pt x="92088" y="1747715"/>
                  </a:lnTo>
                  <a:lnTo>
                    <a:pt x="54459" y="1719113"/>
                  </a:lnTo>
                  <a:lnTo>
                    <a:pt x="25385" y="1682098"/>
                  </a:lnTo>
                  <a:lnTo>
                    <a:pt x="6641" y="1638416"/>
                  </a:lnTo>
                  <a:lnTo>
                    <a:pt x="0" y="1589812"/>
                  </a:lnTo>
                  <a:lnTo>
                    <a:pt x="0" y="18287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28115" y="3701951"/>
              <a:ext cx="7985759" cy="1811020"/>
            </a:xfrm>
            <a:custGeom>
              <a:avLst/>
              <a:gdLst/>
              <a:ahLst/>
              <a:cxnLst/>
              <a:rect l="l" t="t" r="r" b="b"/>
              <a:pathLst>
                <a:path w="7985759" h="1811020">
                  <a:moveTo>
                    <a:pt x="204977" y="1810791"/>
                  </a:moveTo>
                  <a:lnTo>
                    <a:pt x="158083" y="1805474"/>
                  </a:lnTo>
                  <a:lnTo>
                    <a:pt x="114979" y="1790319"/>
                  </a:lnTo>
                  <a:lnTo>
                    <a:pt x="76915" y="1766524"/>
                  </a:lnTo>
                  <a:lnTo>
                    <a:pt x="45136" y="1735285"/>
                  </a:lnTo>
                  <a:lnTo>
                    <a:pt x="20892" y="1697797"/>
                  </a:lnTo>
                  <a:lnTo>
                    <a:pt x="5431" y="1655257"/>
                  </a:lnTo>
                  <a:lnTo>
                    <a:pt x="0" y="1608862"/>
                  </a:lnTo>
                  <a:lnTo>
                    <a:pt x="0" y="201929"/>
                  </a:lnTo>
                  <a:lnTo>
                    <a:pt x="5431" y="155534"/>
                  </a:lnTo>
                  <a:lnTo>
                    <a:pt x="20892" y="112994"/>
                  </a:lnTo>
                  <a:lnTo>
                    <a:pt x="45136" y="75506"/>
                  </a:lnTo>
                  <a:lnTo>
                    <a:pt x="76915" y="44266"/>
                  </a:lnTo>
                  <a:lnTo>
                    <a:pt x="114979" y="20471"/>
                  </a:lnTo>
                  <a:lnTo>
                    <a:pt x="158083" y="5317"/>
                  </a:lnTo>
                  <a:lnTo>
                    <a:pt x="204977" y="0"/>
                  </a:lnTo>
                  <a:lnTo>
                    <a:pt x="7780375" y="0"/>
                  </a:lnTo>
                  <a:lnTo>
                    <a:pt x="7780375" y="19049"/>
                  </a:lnTo>
                  <a:lnTo>
                    <a:pt x="204977" y="19049"/>
                  </a:lnTo>
                  <a:lnTo>
                    <a:pt x="204977" y="38099"/>
                  </a:lnTo>
                  <a:lnTo>
                    <a:pt x="160502" y="43971"/>
                  </a:lnTo>
                  <a:lnTo>
                    <a:pt x="120607" y="60529"/>
                  </a:lnTo>
                  <a:lnTo>
                    <a:pt x="86855" y="86189"/>
                  </a:lnTo>
                  <a:lnTo>
                    <a:pt x="60811" y="119365"/>
                  </a:lnTo>
                  <a:lnTo>
                    <a:pt x="44038" y="158473"/>
                  </a:lnTo>
                  <a:lnTo>
                    <a:pt x="38099" y="201929"/>
                  </a:lnTo>
                  <a:lnTo>
                    <a:pt x="38099" y="1608862"/>
                  </a:lnTo>
                  <a:lnTo>
                    <a:pt x="44038" y="1652317"/>
                  </a:lnTo>
                  <a:lnTo>
                    <a:pt x="60811" y="1691426"/>
                  </a:lnTo>
                  <a:lnTo>
                    <a:pt x="86855" y="1724602"/>
                  </a:lnTo>
                  <a:lnTo>
                    <a:pt x="120607" y="1750262"/>
                  </a:lnTo>
                  <a:lnTo>
                    <a:pt x="160502" y="1766820"/>
                  </a:lnTo>
                  <a:lnTo>
                    <a:pt x="204977" y="1772691"/>
                  </a:lnTo>
                  <a:lnTo>
                    <a:pt x="7898572" y="1772691"/>
                  </a:lnTo>
                  <a:lnTo>
                    <a:pt x="7870372" y="1790319"/>
                  </a:lnTo>
                  <a:lnTo>
                    <a:pt x="7866328" y="1791741"/>
                  </a:lnTo>
                  <a:lnTo>
                    <a:pt x="204977" y="1791741"/>
                  </a:lnTo>
                  <a:lnTo>
                    <a:pt x="204977" y="1810791"/>
                  </a:lnTo>
                  <a:close/>
                </a:path>
                <a:path w="7985759" h="1811020">
                  <a:moveTo>
                    <a:pt x="7898572" y="1772691"/>
                  </a:moveTo>
                  <a:lnTo>
                    <a:pt x="7780375" y="1772691"/>
                  </a:lnTo>
                  <a:lnTo>
                    <a:pt x="7824850" y="1766820"/>
                  </a:lnTo>
                  <a:lnTo>
                    <a:pt x="7864745" y="1750262"/>
                  </a:lnTo>
                  <a:lnTo>
                    <a:pt x="7898496" y="1724602"/>
                  </a:lnTo>
                  <a:lnTo>
                    <a:pt x="7924541" y="1691426"/>
                  </a:lnTo>
                  <a:lnTo>
                    <a:pt x="7941314" y="1652317"/>
                  </a:lnTo>
                  <a:lnTo>
                    <a:pt x="7947252" y="1608862"/>
                  </a:lnTo>
                  <a:lnTo>
                    <a:pt x="7947252" y="201929"/>
                  </a:lnTo>
                  <a:lnTo>
                    <a:pt x="7941314" y="158473"/>
                  </a:lnTo>
                  <a:lnTo>
                    <a:pt x="7924541" y="119365"/>
                  </a:lnTo>
                  <a:lnTo>
                    <a:pt x="7898496" y="86189"/>
                  </a:lnTo>
                  <a:lnTo>
                    <a:pt x="7864745" y="60529"/>
                  </a:lnTo>
                  <a:lnTo>
                    <a:pt x="7824850" y="43971"/>
                  </a:lnTo>
                  <a:lnTo>
                    <a:pt x="7780375" y="38099"/>
                  </a:lnTo>
                  <a:lnTo>
                    <a:pt x="204977" y="38099"/>
                  </a:lnTo>
                  <a:lnTo>
                    <a:pt x="204977" y="19049"/>
                  </a:lnTo>
                  <a:lnTo>
                    <a:pt x="7780375" y="19049"/>
                  </a:lnTo>
                  <a:lnTo>
                    <a:pt x="7780375" y="0"/>
                  </a:lnTo>
                  <a:lnTo>
                    <a:pt x="7827269" y="5317"/>
                  </a:lnTo>
                  <a:lnTo>
                    <a:pt x="7870372" y="20471"/>
                  </a:lnTo>
                  <a:lnTo>
                    <a:pt x="7908437" y="44266"/>
                  </a:lnTo>
                  <a:lnTo>
                    <a:pt x="7940215" y="75506"/>
                  </a:lnTo>
                  <a:lnTo>
                    <a:pt x="7964460" y="112994"/>
                  </a:lnTo>
                  <a:lnTo>
                    <a:pt x="7979921" y="155534"/>
                  </a:lnTo>
                  <a:lnTo>
                    <a:pt x="7985352" y="201929"/>
                  </a:lnTo>
                  <a:lnTo>
                    <a:pt x="7985352" y="1608862"/>
                  </a:lnTo>
                  <a:lnTo>
                    <a:pt x="7979921" y="1655257"/>
                  </a:lnTo>
                  <a:lnTo>
                    <a:pt x="7964460" y="1697797"/>
                  </a:lnTo>
                  <a:lnTo>
                    <a:pt x="7940216" y="1735285"/>
                  </a:lnTo>
                  <a:lnTo>
                    <a:pt x="7908437" y="1766524"/>
                  </a:lnTo>
                  <a:lnTo>
                    <a:pt x="7898572" y="1772691"/>
                  </a:lnTo>
                  <a:close/>
                </a:path>
                <a:path w="7985759" h="1811020">
                  <a:moveTo>
                    <a:pt x="7780375" y="1810791"/>
                  </a:moveTo>
                  <a:lnTo>
                    <a:pt x="204977" y="1810791"/>
                  </a:lnTo>
                  <a:lnTo>
                    <a:pt x="204977" y="1791741"/>
                  </a:lnTo>
                  <a:lnTo>
                    <a:pt x="7780375" y="1791741"/>
                  </a:lnTo>
                  <a:lnTo>
                    <a:pt x="7780375" y="1810791"/>
                  </a:lnTo>
                  <a:close/>
                </a:path>
                <a:path w="7985759" h="1811020">
                  <a:moveTo>
                    <a:pt x="7780375" y="1810791"/>
                  </a:moveTo>
                  <a:lnTo>
                    <a:pt x="7780375" y="1791741"/>
                  </a:lnTo>
                  <a:lnTo>
                    <a:pt x="7866328" y="1791741"/>
                  </a:lnTo>
                  <a:lnTo>
                    <a:pt x="7827269" y="1805474"/>
                  </a:lnTo>
                  <a:lnTo>
                    <a:pt x="7780375" y="1810791"/>
                  </a:lnTo>
                  <a:close/>
                </a:path>
              </a:pathLst>
            </a:custGeom>
            <a:solidFill>
              <a:srgbClr val="4960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28115" y="3701951"/>
              <a:ext cx="7985759" cy="1811020"/>
            </a:xfrm>
            <a:custGeom>
              <a:avLst/>
              <a:gdLst/>
              <a:ahLst/>
              <a:cxnLst/>
              <a:rect l="l" t="t" r="r" b="b"/>
              <a:pathLst>
                <a:path w="7985759" h="1811020">
                  <a:moveTo>
                    <a:pt x="0" y="201929"/>
                  </a:moveTo>
                  <a:lnTo>
                    <a:pt x="5431" y="155534"/>
                  </a:lnTo>
                  <a:lnTo>
                    <a:pt x="20892" y="112994"/>
                  </a:lnTo>
                  <a:lnTo>
                    <a:pt x="45136" y="75506"/>
                  </a:lnTo>
                  <a:lnTo>
                    <a:pt x="76915" y="44266"/>
                  </a:lnTo>
                  <a:lnTo>
                    <a:pt x="114979" y="20471"/>
                  </a:lnTo>
                  <a:lnTo>
                    <a:pt x="158083" y="5317"/>
                  </a:lnTo>
                  <a:lnTo>
                    <a:pt x="204977" y="0"/>
                  </a:lnTo>
                  <a:lnTo>
                    <a:pt x="7780375" y="0"/>
                  </a:lnTo>
                  <a:lnTo>
                    <a:pt x="7780375" y="19049"/>
                  </a:lnTo>
                  <a:lnTo>
                    <a:pt x="7780375" y="0"/>
                  </a:lnTo>
                  <a:lnTo>
                    <a:pt x="7827269" y="5317"/>
                  </a:lnTo>
                  <a:lnTo>
                    <a:pt x="7870372" y="20471"/>
                  </a:lnTo>
                  <a:lnTo>
                    <a:pt x="7908437" y="44266"/>
                  </a:lnTo>
                  <a:lnTo>
                    <a:pt x="7940215" y="75506"/>
                  </a:lnTo>
                  <a:lnTo>
                    <a:pt x="7964460" y="112994"/>
                  </a:lnTo>
                  <a:lnTo>
                    <a:pt x="7979921" y="155534"/>
                  </a:lnTo>
                  <a:lnTo>
                    <a:pt x="7985352" y="201929"/>
                  </a:lnTo>
                  <a:lnTo>
                    <a:pt x="7966302" y="201929"/>
                  </a:lnTo>
                  <a:lnTo>
                    <a:pt x="7985352" y="201929"/>
                  </a:lnTo>
                  <a:lnTo>
                    <a:pt x="7985352" y="1608862"/>
                  </a:lnTo>
                  <a:lnTo>
                    <a:pt x="7966302" y="1608862"/>
                  </a:lnTo>
                  <a:lnTo>
                    <a:pt x="7985352" y="1608862"/>
                  </a:lnTo>
                  <a:lnTo>
                    <a:pt x="7979921" y="1655257"/>
                  </a:lnTo>
                  <a:lnTo>
                    <a:pt x="7964460" y="1697797"/>
                  </a:lnTo>
                  <a:lnTo>
                    <a:pt x="7940216" y="1735285"/>
                  </a:lnTo>
                  <a:lnTo>
                    <a:pt x="7908437" y="1766524"/>
                  </a:lnTo>
                  <a:lnTo>
                    <a:pt x="7870372" y="1790319"/>
                  </a:lnTo>
                  <a:lnTo>
                    <a:pt x="7827269" y="1805474"/>
                  </a:lnTo>
                  <a:lnTo>
                    <a:pt x="7780375" y="1810791"/>
                  </a:lnTo>
                  <a:lnTo>
                    <a:pt x="7780375" y="1791741"/>
                  </a:lnTo>
                  <a:lnTo>
                    <a:pt x="7780375" y="1810791"/>
                  </a:lnTo>
                  <a:lnTo>
                    <a:pt x="204977" y="1810791"/>
                  </a:lnTo>
                  <a:lnTo>
                    <a:pt x="204977" y="1791741"/>
                  </a:lnTo>
                  <a:lnTo>
                    <a:pt x="204977" y="1810791"/>
                  </a:lnTo>
                  <a:lnTo>
                    <a:pt x="158083" y="1805474"/>
                  </a:lnTo>
                  <a:lnTo>
                    <a:pt x="114979" y="1790319"/>
                  </a:lnTo>
                  <a:lnTo>
                    <a:pt x="76915" y="1766524"/>
                  </a:lnTo>
                  <a:lnTo>
                    <a:pt x="45136" y="1735285"/>
                  </a:lnTo>
                  <a:lnTo>
                    <a:pt x="20892" y="1697797"/>
                  </a:lnTo>
                  <a:lnTo>
                    <a:pt x="5431" y="1655257"/>
                  </a:lnTo>
                  <a:lnTo>
                    <a:pt x="0" y="1608862"/>
                  </a:lnTo>
                  <a:lnTo>
                    <a:pt x="0" y="201929"/>
                  </a:lnTo>
                  <a:lnTo>
                    <a:pt x="19049" y="201929"/>
                  </a:lnTo>
                  <a:lnTo>
                    <a:pt x="0" y="201929"/>
                  </a:lnTo>
                </a:path>
                <a:path w="7985759" h="1811020">
                  <a:moveTo>
                    <a:pt x="38099" y="201929"/>
                  </a:moveTo>
                  <a:lnTo>
                    <a:pt x="38099" y="1608862"/>
                  </a:lnTo>
                  <a:lnTo>
                    <a:pt x="19049" y="1608862"/>
                  </a:lnTo>
                  <a:lnTo>
                    <a:pt x="38099" y="1608862"/>
                  </a:lnTo>
                  <a:lnTo>
                    <a:pt x="44038" y="1652317"/>
                  </a:lnTo>
                  <a:lnTo>
                    <a:pt x="60811" y="1691426"/>
                  </a:lnTo>
                  <a:lnTo>
                    <a:pt x="86855" y="1724602"/>
                  </a:lnTo>
                  <a:lnTo>
                    <a:pt x="120607" y="1750262"/>
                  </a:lnTo>
                  <a:lnTo>
                    <a:pt x="160502" y="1766820"/>
                  </a:lnTo>
                  <a:lnTo>
                    <a:pt x="204977" y="1772691"/>
                  </a:lnTo>
                  <a:lnTo>
                    <a:pt x="7780375" y="1772691"/>
                  </a:lnTo>
                  <a:lnTo>
                    <a:pt x="7824850" y="1766820"/>
                  </a:lnTo>
                  <a:lnTo>
                    <a:pt x="7864745" y="1750262"/>
                  </a:lnTo>
                  <a:lnTo>
                    <a:pt x="7898496" y="1724602"/>
                  </a:lnTo>
                  <a:lnTo>
                    <a:pt x="7924541" y="1691426"/>
                  </a:lnTo>
                  <a:lnTo>
                    <a:pt x="7941314" y="1652317"/>
                  </a:lnTo>
                  <a:lnTo>
                    <a:pt x="7947252" y="1608862"/>
                  </a:lnTo>
                  <a:lnTo>
                    <a:pt x="7947252" y="201929"/>
                  </a:lnTo>
                  <a:lnTo>
                    <a:pt x="7941314" y="158473"/>
                  </a:lnTo>
                  <a:lnTo>
                    <a:pt x="7924541" y="119365"/>
                  </a:lnTo>
                  <a:lnTo>
                    <a:pt x="7898496" y="86189"/>
                  </a:lnTo>
                  <a:lnTo>
                    <a:pt x="7864745" y="60529"/>
                  </a:lnTo>
                  <a:lnTo>
                    <a:pt x="7824850" y="43971"/>
                  </a:lnTo>
                  <a:lnTo>
                    <a:pt x="7780375" y="38099"/>
                  </a:lnTo>
                  <a:lnTo>
                    <a:pt x="204977" y="38099"/>
                  </a:lnTo>
                  <a:lnTo>
                    <a:pt x="204977" y="19049"/>
                  </a:lnTo>
                  <a:lnTo>
                    <a:pt x="204977" y="38099"/>
                  </a:lnTo>
                  <a:lnTo>
                    <a:pt x="160502" y="43971"/>
                  </a:lnTo>
                  <a:lnTo>
                    <a:pt x="120607" y="60529"/>
                  </a:lnTo>
                  <a:lnTo>
                    <a:pt x="86855" y="86189"/>
                  </a:lnTo>
                  <a:lnTo>
                    <a:pt x="60811" y="119365"/>
                  </a:lnTo>
                  <a:lnTo>
                    <a:pt x="44038" y="158473"/>
                  </a:lnTo>
                  <a:lnTo>
                    <a:pt x="38099" y="20192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9055" y="3720998"/>
              <a:ext cx="152400" cy="1771650"/>
            </a:xfrm>
            <a:custGeom>
              <a:avLst/>
              <a:gdLst/>
              <a:ahLst/>
              <a:cxnLst/>
              <a:rect l="l" t="t" r="r" b="b"/>
              <a:pathLst>
                <a:path w="152400" h="1771650">
                  <a:moveTo>
                    <a:pt x="107536" y="1771655"/>
                  </a:moveTo>
                  <a:lnTo>
                    <a:pt x="44862" y="1771655"/>
                  </a:lnTo>
                  <a:lnTo>
                    <a:pt x="27405" y="1768130"/>
                  </a:lnTo>
                  <a:lnTo>
                    <a:pt x="13144" y="1758518"/>
                  </a:lnTo>
                  <a:lnTo>
                    <a:pt x="3527" y="1744266"/>
                  </a:lnTo>
                  <a:lnTo>
                    <a:pt x="0" y="1726819"/>
                  </a:lnTo>
                  <a:lnTo>
                    <a:pt x="0" y="44836"/>
                  </a:lnTo>
                  <a:lnTo>
                    <a:pt x="3527" y="27389"/>
                  </a:lnTo>
                  <a:lnTo>
                    <a:pt x="13144" y="13136"/>
                  </a:lnTo>
                  <a:lnTo>
                    <a:pt x="27405" y="3525"/>
                  </a:lnTo>
                  <a:lnTo>
                    <a:pt x="44862" y="0"/>
                  </a:lnTo>
                  <a:lnTo>
                    <a:pt x="107536" y="0"/>
                  </a:lnTo>
                  <a:lnTo>
                    <a:pt x="124994" y="3525"/>
                  </a:lnTo>
                  <a:lnTo>
                    <a:pt x="139255" y="13136"/>
                  </a:lnTo>
                  <a:lnTo>
                    <a:pt x="148872" y="27389"/>
                  </a:lnTo>
                  <a:lnTo>
                    <a:pt x="152399" y="44836"/>
                  </a:lnTo>
                  <a:lnTo>
                    <a:pt x="152399" y="1726819"/>
                  </a:lnTo>
                  <a:lnTo>
                    <a:pt x="148872" y="1744266"/>
                  </a:lnTo>
                  <a:lnTo>
                    <a:pt x="139255" y="1758518"/>
                  </a:lnTo>
                  <a:lnTo>
                    <a:pt x="124994" y="1768130"/>
                  </a:lnTo>
                  <a:lnTo>
                    <a:pt x="107536" y="1771655"/>
                  </a:lnTo>
                  <a:close/>
                </a:path>
              </a:pathLst>
            </a:custGeom>
            <a:solidFill>
              <a:srgbClr val="099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09055" y="3720998"/>
              <a:ext cx="152400" cy="1771650"/>
            </a:xfrm>
            <a:custGeom>
              <a:avLst/>
              <a:gdLst/>
              <a:ahLst/>
              <a:cxnLst/>
              <a:rect l="l" t="t" r="r" b="b"/>
              <a:pathLst>
                <a:path w="152400" h="1771650">
                  <a:moveTo>
                    <a:pt x="0" y="44836"/>
                  </a:moveTo>
                  <a:lnTo>
                    <a:pt x="3527" y="27389"/>
                  </a:lnTo>
                  <a:lnTo>
                    <a:pt x="13144" y="13136"/>
                  </a:lnTo>
                  <a:lnTo>
                    <a:pt x="27405" y="3525"/>
                  </a:lnTo>
                  <a:lnTo>
                    <a:pt x="44862" y="0"/>
                  </a:lnTo>
                  <a:lnTo>
                    <a:pt x="107536" y="0"/>
                  </a:lnTo>
                  <a:lnTo>
                    <a:pt x="124994" y="3525"/>
                  </a:lnTo>
                  <a:lnTo>
                    <a:pt x="139255" y="13136"/>
                  </a:lnTo>
                  <a:lnTo>
                    <a:pt x="148872" y="27389"/>
                  </a:lnTo>
                  <a:lnTo>
                    <a:pt x="152399" y="44836"/>
                  </a:lnTo>
                  <a:lnTo>
                    <a:pt x="152399" y="1726819"/>
                  </a:lnTo>
                  <a:lnTo>
                    <a:pt x="148872" y="1744266"/>
                  </a:lnTo>
                  <a:lnTo>
                    <a:pt x="139255" y="1758518"/>
                  </a:lnTo>
                  <a:lnTo>
                    <a:pt x="124994" y="1768130"/>
                  </a:lnTo>
                  <a:lnTo>
                    <a:pt x="107536" y="1771655"/>
                  </a:lnTo>
                  <a:lnTo>
                    <a:pt x="44862" y="1771655"/>
                  </a:lnTo>
                  <a:lnTo>
                    <a:pt x="27405" y="1768130"/>
                  </a:lnTo>
                  <a:lnTo>
                    <a:pt x="13144" y="1758518"/>
                  </a:lnTo>
                  <a:lnTo>
                    <a:pt x="3527" y="1744266"/>
                  </a:lnTo>
                  <a:lnTo>
                    <a:pt x="0" y="1726819"/>
                  </a:lnTo>
                  <a:lnTo>
                    <a:pt x="0" y="4483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250709" y="3697188"/>
            <a:ext cx="8014334" cy="1820545"/>
            <a:chOff x="9250709" y="3697188"/>
            <a:chExt cx="8014334" cy="1820545"/>
          </a:xfrm>
        </p:grpSpPr>
        <p:sp>
          <p:nvSpPr>
            <p:cNvPr id="12" name="object 12"/>
            <p:cNvSpPr/>
            <p:nvPr/>
          </p:nvSpPr>
          <p:spPr>
            <a:xfrm>
              <a:off x="9293582" y="3721001"/>
              <a:ext cx="7947659" cy="1772920"/>
            </a:xfrm>
            <a:custGeom>
              <a:avLst/>
              <a:gdLst/>
              <a:ahLst/>
              <a:cxnLst/>
              <a:rect l="l" t="t" r="r" b="b"/>
              <a:pathLst>
                <a:path w="7947659" h="1772920">
                  <a:moveTo>
                    <a:pt x="7761325" y="1772691"/>
                  </a:moveTo>
                  <a:lnTo>
                    <a:pt x="185927" y="1772691"/>
                  </a:lnTo>
                  <a:lnTo>
                    <a:pt x="136502" y="1766156"/>
                  </a:lnTo>
                  <a:lnTo>
                    <a:pt x="92088" y="1747715"/>
                  </a:lnTo>
                  <a:lnTo>
                    <a:pt x="54459" y="1719113"/>
                  </a:lnTo>
                  <a:lnTo>
                    <a:pt x="25385" y="1682098"/>
                  </a:lnTo>
                  <a:lnTo>
                    <a:pt x="6641" y="1638416"/>
                  </a:lnTo>
                  <a:lnTo>
                    <a:pt x="0" y="1589812"/>
                  </a:lnTo>
                  <a:lnTo>
                    <a:pt x="0" y="182879"/>
                  </a:lnTo>
                  <a:lnTo>
                    <a:pt x="6641" y="134275"/>
                  </a:lnTo>
                  <a:lnTo>
                    <a:pt x="25385" y="90593"/>
                  </a:lnTo>
                  <a:lnTo>
                    <a:pt x="54459" y="53577"/>
                  </a:lnTo>
                  <a:lnTo>
                    <a:pt x="92088" y="24976"/>
                  </a:lnTo>
                  <a:lnTo>
                    <a:pt x="136502" y="6535"/>
                  </a:lnTo>
                  <a:lnTo>
                    <a:pt x="185927" y="0"/>
                  </a:lnTo>
                  <a:lnTo>
                    <a:pt x="7761325" y="0"/>
                  </a:lnTo>
                  <a:lnTo>
                    <a:pt x="7810750" y="6535"/>
                  </a:lnTo>
                  <a:lnTo>
                    <a:pt x="7855164" y="24976"/>
                  </a:lnTo>
                  <a:lnTo>
                    <a:pt x="7892793" y="53577"/>
                  </a:lnTo>
                  <a:lnTo>
                    <a:pt x="7921867" y="90593"/>
                  </a:lnTo>
                  <a:lnTo>
                    <a:pt x="7940611" y="134275"/>
                  </a:lnTo>
                  <a:lnTo>
                    <a:pt x="7947252" y="182879"/>
                  </a:lnTo>
                  <a:lnTo>
                    <a:pt x="7947252" y="1589812"/>
                  </a:lnTo>
                  <a:lnTo>
                    <a:pt x="7940611" y="1638416"/>
                  </a:lnTo>
                  <a:lnTo>
                    <a:pt x="7921867" y="1682098"/>
                  </a:lnTo>
                  <a:lnTo>
                    <a:pt x="7892793" y="1719113"/>
                  </a:lnTo>
                  <a:lnTo>
                    <a:pt x="7855164" y="1747715"/>
                  </a:lnTo>
                  <a:lnTo>
                    <a:pt x="7810750" y="1766156"/>
                  </a:lnTo>
                  <a:lnTo>
                    <a:pt x="7761325" y="1772691"/>
                  </a:lnTo>
                  <a:close/>
                </a:path>
              </a:pathLst>
            </a:custGeom>
            <a:solidFill>
              <a:srgbClr val="099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93582" y="3721001"/>
              <a:ext cx="7947659" cy="1772920"/>
            </a:xfrm>
            <a:custGeom>
              <a:avLst/>
              <a:gdLst/>
              <a:ahLst/>
              <a:cxnLst/>
              <a:rect l="l" t="t" r="r" b="b"/>
              <a:pathLst>
                <a:path w="7947659" h="1772920">
                  <a:moveTo>
                    <a:pt x="0" y="182879"/>
                  </a:moveTo>
                  <a:lnTo>
                    <a:pt x="6641" y="134275"/>
                  </a:lnTo>
                  <a:lnTo>
                    <a:pt x="25385" y="90593"/>
                  </a:lnTo>
                  <a:lnTo>
                    <a:pt x="54459" y="53577"/>
                  </a:lnTo>
                  <a:lnTo>
                    <a:pt x="92088" y="24976"/>
                  </a:lnTo>
                  <a:lnTo>
                    <a:pt x="136502" y="6535"/>
                  </a:lnTo>
                  <a:lnTo>
                    <a:pt x="185927" y="0"/>
                  </a:lnTo>
                  <a:lnTo>
                    <a:pt x="7761325" y="0"/>
                  </a:lnTo>
                  <a:lnTo>
                    <a:pt x="7810750" y="6535"/>
                  </a:lnTo>
                  <a:lnTo>
                    <a:pt x="7855164" y="24976"/>
                  </a:lnTo>
                  <a:lnTo>
                    <a:pt x="7892793" y="53577"/>
                  </a:lnTo>
                  <a:lnTo>
                    <a:pt x="7921867" y="90593"/>
                  </a:lnTo>
                  <a:lnTo>
                    <a:pt x="7940611" y="134275"/>
                  </a:lnTo>
                  <a:lnTo>
                    <a:pt x="7947252" y="182879"/>
                  </a:lnTo>
                  <a:lnTo>
                    <a:pt x="7947252" y="1589812"/>
                  </a:lnTo>
                  <a:lnTo>
                    <a:pt x="7940611" y="1638416"/>
                  </a:lnTo>
                  <a:lnTo>
                    <a:pt x="7921867" y="1682098"/>
                  </a:lnTo>
                  <a:lnTo>
                    <a:pt x="7892793" y="1719113"/>
                  </a:lnTo>
                  <a:lnTo>
                    <a:pt x="7855164" y="1747715"/>
                  </a:lnTo>
                  <a:lnTo>
                    <a:pt x="7810750" y="1766156"/>
                  </a:lnTo>
                  <a:lnTo>
                    <a:pt x="7761325" y="1772691"/>
                  </a:lnTo>
                  <a:lnTo>
                    <a:pt x="185927" y="1772691"/>
                  </a:lnTo>
                  <a:lnTo>
                    <a:pt x="136502" y="1766156"/>
                  </a:lnTo>
                  <a:lnTo>
                    <a:pt x="92088" y="1747715"/>
                  </a:lnTo>
                  <a:lnTo>
                    <a:pt x="54459" y="1719113"/>
                  </a:lnTo>
                  <a:lnTo>
                    <a:pt x="25385" y="1682098"/>
                  </a:lnTo>
                  <a:lnTo>
                    <a:pt x="6641" y="1638416"/>
                  </a:lnTo>
                  <a:lnTo>
                    <a:pt x="0" y="1589812"/>
                  </a:lnTo>
                  <a:lnTo>
                    <a:pt x="0" y="18287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74532" y="3701951"/>
              <a:ext cx="7985759" cy="1811020"/>
            </a:xfrm>
            <a:custGeom>
              <a:avLst/>
              <a:gdLst/>
              <a:ahLst/>
              <a:cxnLst/>
              <a:rect l="l" t="t" r="r" b="b"/>
              <a:pathLst>
                <a:path w="7985759" h="1811020">
                  <a:moveTo>
                    <a:pt x="204977" y="1810791"/>
                  </a:moveTo>
                  <a:lnTo>
                    <a:pt x="158083" y="1805474"/>
                  </a:lnTo>
                  <a:lnTo>
                    <a:pt x="114979" y="1790319"/>
                  </a:lnTo>
                  <a:lnTo>
                    <a:pt x="76915" y="1766524"/>
                  </a:lnTo>
                  <a:lnTo>
                    <a:pt x="45136" y="1735285"/>
                  </a:lnTo>
                  <a:lnTo>
                    <a:pt x="20892" y="1697797"/>
                  </a:lnTo>
                  <a:lnTo>
                    <a:pt x="5431" y="1655257"/>
                  </a:lnTo>
                  <a:lnTo>
                    <a:pt x="0" y="1608862"/>
                  </a:lnTo>
                  <a:lnTo>
                    <a:pt x="0" y="201929"/>
                  </a:lnTo>
                  <a:lnTo>
                    <a:pt x="5431" y="155534"/>
                  </a:lnTo>
                  <a:lnTo>
                    <a:pt x="20892" y="112994"/>
                  </a:lnTo>
                  <a:lnTo>
                    <a:pt x="45136" y="75506"/>
                  </a:lnTo>
                  <a:lnTo>
                    <a:pt x="76915" y="44266"/>
                  </a:lnTo>
                  <a:lnTo>
                    <a:pt x="114979" y="20471"/>
                  </a:lnTo>
                  <a:lnTo>
                    <a:pt x="158083" y="5317"/>
                  </a:lnTo>
                  <a:lnTo>
                    <a:pt x="204977" y="0"/>
                  </a:lnTo>
                  <a:lnTo>
                    <a:pt x="7780375" y="0"/>
                  </a:lnTo>
                  <a:lnTo>
                    <a:pt x="7780375" y="19049"/>
                  </a:lnTo>
                  <a:lnTo>
                    <a:pt x="204977" y="19049"/>
                  </a:lnTo>
                  <a:lnTo>
                    <a:pt x="204977" y="38099"/>
                  </a:lnTo>
                  <a:lnTo>
                    <a:pt x="160502" y="43971"/>
                  </a:lnTo>
                  <a:lnTo>
                    <a:pt x="120607" y="60529"/>
                  </a:lnTo>
                  <a:lnTo>
                    <a:pt x="86855" y="86189"/>
                  </a:lnTo>
                  <a:lnTo>
                    <a:pt x="60811" y="119365"/>
                  </a:lnTo>
                  <a:lnTo>
                    <a:pt x="44038" y="158473"/>
                  </a:lnTo>
                  <a:lnTo>
                    <a:pt x="38099" y="201929"/>
                  </a:lnTo>
                  <a:lnTo>
                    <a:pt x="38099" y="1608862"/>
                  </a:lnTo>
                  <a:lnTo>
                    <a:pt x="44038" y="1652317"/>
                  </a:lnTo>
                  <a:lnTo>
                    <a:pt x="60811" y="1691426"/>
                  </a:lnTo>
                  <a:lnTo>
                    <a:pt x="86855" y="1724602"/>
                  </a:lnTo>
                  <a:lnTo>
                    <a:pt x="120607" y="1750262"/>
                  </a:lnTo>
                  <a:lnTo>
                    <a:pt x="160502" y="1766820"/>
                  </a:lnTo>
                  <a:lnTo>
                    <a:pt x="204977" y="1772691"/>
                  </a:lnTo>
                  <a:lnTo>
                    <a:pt x="7898572" y="1772691"/>
                  </a:lnTo>
                  <a:lnTo>
                    <a:pt x="7870372" y="1790319"/>
                  </a:lnTo>
                  <a:lnTo>
                    <a:pt x="7866328" y="1791741"/>
                  </a:lnTo>
                  <a:lnTo>
                    <a:pt x="204977" y="1791741"/>
                  </a:lnTo>
                  <a:lnTo>
                    <a:pt x="204977" y="1810791"/>
                  </a:lnTo>
                  <a:close/>
                </a:path>
                <a:path w="7985759" h="1811020">
                  <a:moveTo>
                    <a:pt x="7898572" y="1772691"/>
                  </a:moveTo>
                  <a:lnTo>
                    <a:pt x="7780375" y="1772691"/>
                  </a:lnTo>
                  <a:lnTo>
                    <a:pt x="7824850" y="1766820"/>
                  </a:lnTo>
                  <a:lnTo>
                    <a:pt x="7864745" y="1750262"/>
                  </a:lnTo>
                  <a:lnTo>
                    <a:pt x="7898496" y="1724602"/>
                  </a:lnTo>
                  <a:lnTo>
                    <a:pt x="7924541" y="1691426"/>
                  </a:lnTo>
                  <a:lnTo>
                    <a:pt x="7941314" y="1652317"/>
                  </a:lnTo>
                  <a:lnTo>
                    <a:pt x="7947252" y="1608862"/>
                  </a:lnTo>
                  <a:lnTo>
                    <a:pt x="7947252" y="201929"/>
                  </a:lnTo>
                  <a:lnTo>
                    <a:pt x="7941314" y="158473"/>
                  </a:lnTo>
                  <a:lnTo>
                    <a:pt x="7924541" y="119365"/>
                  </a:lnTo>
                  <a:lnTo>
                    <a:pt x="7898496" y="86189"/>
                  </a:lnTo>
                  <a:lnTo>
                    <a:pt x="7864745" y="60529"/>
                  </a:lnTo>
                  <a:lnTo>
                    <a:pt x="7824850" y="43971"/>
                  </a:lnTo>
                  <a:lnTo>
                    <a:pt x="7780375" y="38099"/>
                  </a:lnTo>
                  <a:lnTo>
                    <a:pt x="204977" y="38099"/>
                  </a:lnTo>
                  <a:lnTo>
                    <a:pt x="204977" y="19049"/>
                  </a:lnTo>
                  <a:lnTo>
                    <a:pt x="7780375" y="19049"/>
                  </a:lnTo>
                  <a:lnTo>
                    <a:pt x="7780375" y="0"/>
                  </a:lnTo>
                  <a:lnTo>
                    <a:pt x="7827269" y="5317"/>
                  </a:lnTo>
                  <a:lnTo>
                    <a:pt x="7870372" y="20471"/>
                  </a:lnTo>
                  <a:lnTo>
                    <a:pt x="7908437" y="44266"/>
                  </a:lnTo>
                  <a:lnTo>
                    <a:pt x="7940215" y="75506"/>
                  </a:lnTo>
                  <a:lnTo>
                    <a:pt x="7964460" y="112994"/>
                  </a:lnTo>
                  <a:lnTo>
                    <a:pt x="7979921" y="155534"/>
                  </a:lnTo>
                  <a:lnTo>
                    <a:pt x="7985352" y="201929"/>
                  </a:lnTo>
                  <a:lnTo>
                    <a:pt x="7985352" y="1608862"/>
                  </a:lnTo>
                  <a:lnTo>
                    <a:pt x="7979921" y="1655257"/>
                  </a:lnTo>
                  <a:lnTo>
                    <a:pt x="7964460" y="1697797"/>
                  </a:lnTo>
                  <a:lnTo>
                    <a:pt x="7940216" y="1735285"/>
                  </a:lnTo>
                  <a:lnTo>
                    <a:pt x="7908437" y="1766524"/>
                  </a:lnTo>
                  <a:lnTo>
                    <a:pt x="7898572" y="1772691"/>
                  </a:lnTo>
                  <a:close/>
                </a:path>
                <a:path w="7985759" h="1811020">
                  <a:moveTo>
                    <a:pt x="7780375" y="1810791"/>
                  </a:moveTo>
                  <a:lnTo>
                    <a:pt x="204977" y="1810791"/>
                  </a:lnTo>
                  <a:lnTo>
                    <a:pt x="204977" y="1791741"/>
                  </a:lnTo>
                  <a:lnTo>
                    <a:pt x="7780375" y="1791741"/>
                  </a:lnTo>
                  <a:lnTo>
                    <a:pt x="7780375" y="1810791"/>
                  </a:lnTo>
                  <a:close/>
                </a:path>
                <a:path w="7985759" h="1811020">
                  <a:moveTo>
                    <a:pt x="7780375" y="1810791"/>
                  </a:moveTo>
                  <a:lnTo>
                    <a:pt x="7780375" y="1791741"/>
                  </a:lnTo>
                  <a:lnTo>
                    <a:pt x="7866328" y="1791741"/>
                  </a:lnTo>
                  <a:lnTo>
                    <a:pt x="7827269" y="1805474"/>
                  </a:lnTo>
                  <a:lnTo>
                    <a:pt x="7780375" y="1810791"/>
                  </a:lnTo>
                  <a:close/>
                </a:path>
              </a:pathLst>
            </a:custGeom>
            <a:solidFill>
              <a:srgbClr val="4960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74532" y="3701951"/>
              <a:ext cx="7985759" cy="1811020"/>
            </a:xfrm>
            <a:custGeom>
              <a:avLst/>
              <a:gdLst/>
              <a:ahLst/>
              <a:cxnLst/>
              <a:rect l="l" t="t" r="r" b="b"/>
              <a:pathLst>
                <a:path w="7985759" h="1811020">
                  <a:moveTo>
                    <a:pt x="0" y="201929"/>
                  </a:moveTo>
                  <a:lnTo>
                    <a:pt x="5431" y="155534"/>
                  </a:lnTo>
                  <a:lnTo>
                    <a:pt x="20892" y="112994"/>
                  </a:lnTo>
                  <a:lnTo>
                    <a:pt x="45136" y="75506"/>
                  </a:lnTo>
                  <a:lnTo>
                    <a:pt x="76915" y="44266"/>
                  </a:lnTo>
                  <a:lnTo>
                    <a:pt x="114979" y="20471"/>
                  </a:lnTo>
                  <a:lnTo>
                    <a:pt x="158083" y="5317"/>
                  </a:lnTo>
                  <a:lnTo>
                    <a:pt x="204977" y="0"/>
                  </a:lnTo>
                  <a:lnTo>
                    <a:pt x="7780375" y="0"/>
                  </a:lnTo>
                  <a:lnTo>
                    <a:pt x="7780375" y="19049"/>
                  </a:lnTo>
                  <a:lnTo>
                    <a:pt x="7780375" y="0"/>
                  </a:lnTo>
                  <a:lnTo>
                    <a:pt x="7827269" y="5317"/>
                  </a:lnTo>
                  <a:lnTo>
                    <a:pt x="7870372" y="20471"/>
                  </a:lnTo>
                  <a:lnTo>
                    <a:pt x="7908437" y="44266"/>
                  </a:lnTo>
                  <a:lnTo>
                    <a:pt x="7940215" y="75506"/>
                  </a:lnTo>
                  <a:lnTo>
                    <a:pt x="7964460" y="112994"/>
                  </a:lnTo>
                  <a:lnTo>
                    <a:pt x="7979921" y="155534"/>
                  </a:lnTo>
                  <a:lnTo>
                    <a:pt x="7985352" y="201929"/>
                  </a:lnTo>
                  <a:lnTo>
                    <a:pt x="7966302" y="201929"/>
                  </a:lnTo>
                  <a:lnTo>
                    <a:pt x="7985352" y="201929"/>
                  </a:lnTo>
                  <a:lnTo>
                    <a:pt x="7985352" y="1608862"/>
                  </a:lnTo>
                  <a:lnTo>
                    <a:pt x="7966302" y="1608862"/>
                  </a:lnTo>
                  <a:lnTo>
                    <a:pt x="7985352" y="1608862"/>
                  </a:lnTo>
                  <a:lnTo>
                    <a:pt x="7979921" y="1655257"/>
                  </a:lnTo>
                  <a:lnTo>
                    <a:pt x="7964460" y="1697797"/>
                  </a:lnTo>
                  <a:lnTo>
                    <a:pt x="7940216" y="1735285"/>
                  </a:lnTo>
                  <a:lnTo>
                    <a:pt x="7908437" y="1766524"/>
                  </a:lnTo>
                  <a:lnTo>
                    <a:pt x="7870372" y="1790319"/>
                  </a:lnTo>
                  <a:lnTo>
                    <a:pt x="7827269" y="1805474"/>
                  </a:lnTo>
                  <a:lnTo>
                    <a:pt x="7780375" y="1810791"/>
                  </a:lnTo>
                  <a:lnTo>
                    <a:pt x="7780375" y="1791741"/>
                  </a:lnTo>
                  <a:lnTo>
                    <a:pt x="7780375" y="1810791"/>
                  </a:lnTo>
                  <a:lnTo>
                    <a:pt x="204977" y="1810791"/>
                  </a:lnTo>
                  <a:lnTo>
                    <a:pt x="204977" y="1791741"/>
                  </a:lnTo>
                  <a:lnTo>
                    <a:pt x="204977" y="1810791"/>
                  </a:lnTo>
                  <a:lnTo>
                    <a:pt x="158083" y="1805474"/>
                  </a:lnTo>
                  <a:lnTo>
                    <a:pt x="114979" y="1790319"/>
                  </a:lnTo>
                  <a:lnTo>
                    <a:pt x="76915" y="1766524"/>
                  </a:lnTo>
                  <a:lnTo>
                    <a:pt x="45136" y="1735285"/>
                  </a:lnTo>
                  <a:lnTo>
                    <a:pt x="20892" y="1697797"/>
                  </a:lnTo>
                  <a:lnTo>
                    <a:pt x="5431" y="1655257"/>
                  </a:lnTo>
                  <a:lnTo>
                    <a:pt x="0" y="1608862"/>
                  </a:lnTo>
                  <a:lnTo>
                    <a:pt x="0" y="201929"/>
                  </a:lnTo>
                  <a:lnTo>
                    <a:pt x="19049" y="201929"/>
                  </a:lnTo>
                  <a:lnTo>
                    <a:pt x="0" y="201929"/>
                  </a:lnTo>
                </a:path>
                <a:path w="7985759" h="1811020">
                  <a:moveTo>
                    <a:pt x="38099" y="201929"/>
                  </a:moveTo>
                  <a:lnTo>
                    <a:pt x="38099" y="1608862"/>
                  </a:lnTo>
                  <a:lnTo>
                    <a:pt x="19049" y="1608862"/>
                  </a:lnTo>
                  <a:lnTo>
                    <a:pt x="38099" y="1608862"/>
                  </a:lnTo>
                  <a:lnTo>
                    <a:pt x="44038" y="1652317"/>
                  </a:lnTo>
                  <a:lnTo>
                    <a:pt x="60811" y="1691426"/>
                  </a:lnTo>
                  <a:lnTo>
                    <a:pt x="86855" y="1724602"/>
                  </a:lnTo>
                  <a:lnTo>
                    <a:pt x="120607" y="1750262"/>
                  </a:lnTo>
                  <a:lnTo>
                    <a:pt x="160502" y="1766820"/>
                  </a:lnTo>
                  <a:lnTo>
                    <a:pt x="204977" y="1772691"/>
                  </a:lnTo>
                  <a:lnTo>
                    <a:pt x="7780375" y="1772691"/>
                  </a:lnTo>
                  <a:lnTo>
                    <a:pt x="7824850" y="1766820"/>
                  </a:lnTo>
                  <a:lnTo>
                    <a:pt x="7864745" y="1750262"/>
                  </a:lnTo>
                  <a:lnTo>
                    <a:pt x="7898496" y="1724602"/>
                  </a:lnTo>
                  <a:lnTo>
                    <a:pt x="7924541" y="1691426"/>
                  </a:lnTo>
                  <a:lnTo>
                    <a:pt x="7941314" y="1652317"/>
                  </a:lnTo>
                  <a:lnTo>
                    <a:pt x="7947252" y="1608862"/>
                  </a:lnTo>
                  <a:lnTo>
                    <a:pt x="7947252" y="201929"/>
                  </a:lnTo>
                  <a:lnTo>
                    <a:pt x="7941314" y="158473"/>
                  </a:lnTo>
                  <a:lnTo>
                    <a:pt x="7924541" y="119365"/>
                  </a:lnTo>
                  <a:lnTo>
                    <a:pt x="7898496" y="86189"/>
                  </a:lnTo>
                  <a:lnTo>
                    <a:pt x="7864745" y="60529"/>
                  </a:lnTo>
                  <a:lnTo>
                    <a:pt x="7824850" y="43971"/>
                  </a:lnTo>
                  <a:lnTo>
                    <a:pt x="7780375" y="38099"/>
                  </a:lnTo>
                  <a:lnTo>
                    <a:pt x="204977" y="38099"/>
                  </a:lnTo>
                  <a:lnTo>
                    <a:pt x="204977" y="19049"/>
                  </a:lnTo>
                  <a:lnTo>
                    <a:pt x="204977" y="38099"/>
                  </a:lnTo>
                  <a:lnTo>
                    <a:pt x="160502" y="43971"/>
                  </a:lnTo>
                  <a:lnTo>
                    <a:pt x="120607" y="60529"/>
                  </a:lnTo>
                  <a:lnTo>
                    <a:pt x="86855" y="86189"/>
                  </a:lnTo>
                  <a:lnTo>
                    <a:pt x="60811" y="119365"/>
                  </a:lnTo>
                  <a:lnTo>
                    <a:pt x="44038" y="158473"/>
                  </a:lnTo>
                  <a:lnTo>
                    <a:pt x="38099" y="20192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255472" y="3720998"/>
              <a:ext cx="152400" cy="1771650"/>
            </a:xfrm>
            <a:custGeom>
              <a:avLst/>
              <a:gdLst/>
              <a:ahLst/>
              <a:cxnLst/>
              <a:rect l="l" t="t" r="r" b="b"/>
              <a:pathLst>
                <a:path w="152400" h="1771650">
                  <a:moveTo>
                    <a:pt x="107536" y="1771655"/>
                  </a:moveTo>
                  <a:lnTo>
                    <a:pt x="44862" y="1771655"/>
                  </a:lnTo>
                  <a:lnTo>
                    <a:pt x="27405" y="1768130"/>
                  </a:lnTo>
                  <a:lnTo>
                    <a:pt x="13144" y="1758518"/>
                  </a:lnTo>
                  <a:lnTo>
                    <a:pt x="3527" y="1744266"/>
                  </a:lnTo>
                  <a:lnTo>
                    <a:pt x="0" y="1726819"/>
                  </a:lnTo>
                  <a:lnTo>
                    <a:pt x="0" y="44836"/>
                  </a:lnTo>
                  <a:lnTo>
                    <a:pt x="3527" y="27389"/>
                  </a:lnTo>
                  <a:lnTo>
                    <a:pt x="13144" y="13136"/>
                  </a:lnTo>
                  <a:lnTo>
                    <a:pt x="27405" y="3525"/>
                  </a:lnTo>
                  <a:lnTo>
                    <a:pt x="44862" y="0"/>
                  </a:lnTo>
                  <a:lnTo>
                    <a:pt x="107536" y="0"/>
                  </a:lnTo>
                  <a:lnTo>
                    <a:pt x="124994" y="3525"/>
                  </a:lnTo>
                  <a:lnTo>
                    <a:pt x="139255" y="13136"/>
                  </a:lnTo>
                  <a:lnTo>
                    <a:pt x="148872" y="27389"/>
                  </a:lnTo>
                  <a:lnTo>
                    <a:pt x="152399" y="44836"/>
                  </a:lnTo>
                  <a:lnTo>
                    <a:pt x="152399" y="1726819"/>
                  </a:lnTo>
                  <a:lnTo>
                    <a:pt x="148872" y="1744266"/>
                  </a:lnTo>
                  <a:lnTo>
                    <a:pt x="139255" y="1758518"/>
                  </a:lnTo>
                  <a:lnTo>
                    <a:pt x="124994" y="1768130"/>
                  </a:lnTo>
                  <a:lnTo>
                    <a:pt x="107536" y="1771655"/>
                  </a:lnTo>
                  <a:close/>
                </a:path>
              </a:pathLst>
            </a:custGeom>
            <a:solidFill>
              <a:srgbClr val="099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255472" y="3720998"/>
              <a:ext cx="152400" cy="1771650"/>
            </a:xfrm>
            <a:custGeom>
              <a:avLst/>
              <a:gdLst/>
              <a:ahLst/>
              <a:cxnLst/>
              <a:rect l="l" t="t" r="r" b="b"/>
              <a:pathLst>
                <a:path w="152400" h="1771650">
                  <a:moveTo>
                    <a:pt x="0" y="44836"/>
                  </a:moveTo>
                  <a:lnTo>
                    <a:pt x="3527" y="27389"/>
                  </a:lnTo>
                  <a:lnTo>
                    <a:pt x="13144" y="13136"/>
                  </a:lnTo>
                  <a:lnTo>
                    <a:pt x="27405" y="3525"/>
                  </a:lnTo>
                  <a:lnTo>
                    <a:pt x="44862" y="0"/>
                  </a:lnTo>
                  <a:lnTo>
                    <a:pt x="107536" y="0"/>
                  </a:lnTo>
                  <a:lnTo>
                    <a:pt x="124994" y="3525"/>
                  </a:lnTo>
                  <a:lnTo>
                    <a:pt x="139255" y="13136"/>
                  </a:lnTo>
                  <a:lnTo>
                    <a:pt x="148872" y="27389"/>
                  </a:lnTo>
                  <a:lnTo>
                    <a:pt x="152399" y="44836"/>
                  </a:lnTo>
                  <a:lnTo>
                    <a:pt x="152399" y="1726819"/>
                  </a:lnTo>
                  <a:lnTo>
                    <a:pt x="148872" y="1744266"/>
                  </a:lnTo>
                  <a:lnTo>
                    <a:pt x="139255" y="1758518"/>
                  </a:lnTo>
                  <a:lnTo>
                    <a:pt x="124994" y="1768130"/>
                  </a:lnTo>
                  <a:lnTo>
                    <a:pt x="107536" y="1771655"/>
                  </a:lnTo>
                  <a:lnTo>
                    <a:pt x="44862" y="1771655"/>
                  </a:lnTo>
                  <a:lnTo>
                    <a:pt x="27405" y="1768130"/>
                  </a:lnTo>
                  <a:lnTo>
                    <a:pt x="13144" y="1758518"/>
                  </a:lnTo>
                  <a:lnTo>
                    <a:pt x="3527" y="1744266"/>
                  </a:lnTo>
                  <a:lnTo>
                    <a:pt x="0" y="1726819"/>
                  </a:lnTo>
                  <a:lnTo>
                    <a:pt x="0" y="4483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1004296" y="5769025"/>
            <a:ext cx="8014334" cy="2299335"/>
            <a:chOff x="1004296" y="5769025"/>
            <a:chExt cx="8014334" cy="2299335"/>
          </a:xfrm>
        </p:grpSpPr>
        <p:sp>
          <p:nvSpPr>
            <p:cNvPr id="19" name="object 19"/>
            <p:cNvSpPr/>
            <p:nvPr/>
          </p:nvSpPr>
          <p:spPr>
            <a:xfrm>
              <a:off x="1047326" y="5792837"/>
              <a:ext cx="7947025" cy="2251710"/>
            </a:xfrm>
            <a:custGeom>
              <a:avLst/>
              <a:gdLst/>
              <a:ahLst/>
              <a:cxnLst/>
              <a:rect l="l" t="t" r="r" b="b"/>
              <a:pathLst>
                <a:path w="7947025" h="2251709">
                  <a:moveTo>
                    <a:pt x="7761865" y="2251324"/>
                  </a:moveTo>
                  <a:lnTo>
                    <a:pt x="185062" y="2251324"/>
                  </a:lnTo>
                  <a:lnTo>
                    <a:pt x="135868" y="2244796"/>
                  </a:lnTo>
                  <a:lnTo>
                    <a:pt x="91661" y="2226370"/>
                  </a:lnTo>
                  <a:lnTo>
                    <a:pt x="54206" y="2197784"/>
                  </a:lnTo>
                  <a:lnTo>
                    <a:pt x="25268" y="2160777"/>
                  </a:lnTo>
                  <a:lnTo>
                    <a:pt x="6611" y="2117087"/>
                  </a:lnTo>
                  <a:lnTo>
                    <a:pt x="0" y="2068453"/>
                  </a:lnTo>
                  <a:lnTo>
                    <a:pt x="0" y="182871"/>
                  </a:lnTo>
                  <a:lnTo>
                    <a:pt x="6611" y="134270"/>
                  </a:lnTo>
                  <a:lnTo>
                    <a:pt x="25268" y="90589"/>
                  </a:lnTo>
                  <a:lnTo>
                    <a:pt x="54206" y="53575"/>
                  </a:lnTo>
                  <a:lnTo>
                    <a:pt x="91661" y="24975"/>
                  </a:lnTo>
                  <a:lnTo>
                    <a:pt x="135868" y="6534"/>
                  </a:lnTo>
                  <a:lnTo>
                    <a:pt x="185062" y="0"/>
                  </a:lnTo>
                  <a:lnTo>
                    <a:pt x="7761865" y="0"/>
                  </a:lnTo>
                  <a:lnTo>
                    <a:pt x="7811059" y="6534"/>
                  </a:lnTo>
                  <a:lnTo>
                    <a:pt x="7855266" y="24975"/>
                  </a:lnTo>
                  <a:lnTo>
                    <a:pt x="7892721" y="53575"/>
                  </a:lnTo>
                  <a:lnTo>
                    <a:pt x="7921659" y="90589"/>
                  </a:lnTo>
                  <a:lnTo>
                    <a:pt x="7940317" y="134270"/>
                  </a:lnTo>
                  <a:lnTo>
                    <a:pt x="7946928" y="182871"/>
                  </a:lnTo>
                  <a:lnTo>
                    <a:pt x="7946928" y="2068453"/>
                  </a:lnTo>
                  <a:lnTo>
                    <a:pt x="7940317" y="2117054"/>
                  </a:lnTo>
                  <a:lnTo>
                    <a:pt x="7921659" y="2160735"/>
                  </a:lnTo>
                  <a:lnTo>
                    <a:pt x="7892721" y="2197749"/>
                  </a:lnTo>
                  <a:lnTo>
                    <a:pt x="7855266" y="2226349"/>
                  </a:lnTo>
                  <a:lnTo>
                    <a:pt x="7811059" y="2244790"/>
                  </a:lnTo>
                  <a:lnTo>
                    <a:pt x="7761865" y="2251324"/>
                  </a:lnTo>
                  <a:close/>
                </a:path>
              </a:pathLst>
            </a:custGeom>
            <a:solidFill>
              <a:srgbClr val="099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47326" y="5792837"/>
              <a:ext cx="7947025" cy="2251710"/>
            </a:xfrm>
            <a:custGeom>
              <a:avLst/>
              <a:gdLst/>
              <a:ahLst/>
              <a:cxnLst/>
              <a:rect l="l" t="t" r="r" b="b"/>
              <a:pathLst>
                <a:path w="7947025" h="2251709">
                  <a:moveTo>
                    <a:pt x="0" y="182871"/>
                  </a:moveTo>
                  <a:lnTo>
                    <a:pt x="6611" y="134270"/>
                  </a:lnTo>
                  <a:lnTo>
                    <a:pt x="25268" y="90589"/>
                  </a:lnTo>
                  <a:lnTo>
                    <a:pt x="54206" y="53575"/>
                  </a:lnTo>
                  <a:lnTo>
                    <a:pt x="91661" y="24975"/>
                  </a:lnTo>
                  <a:lnTo>
                    <a:pt x="135868" y="6534"/>
                  </a:lnTo>
                  <a:lnTo>
                    <a:pt x="185062" y="0"/>
                  </a:lnTo>
                  <a:lnTo>
                    <a:pt x="7761865" y="0"/>
                  </a:lnTo>
                  <a:lnTo>
                    <a:pt x="7811059" y="6534"/>
                  </a:lnTo>
                  <a:lnTo>
                    <a:pt x="7855266" y="24975"/>
                  </a:lnTo>
                  <a:lnTo>
                    <a:pt x="7892721" y="53575"/>
                  </a:lnTo>
                  <a:lnTo>
                    <a:pt x="7921659" y="90589"/>
                  </a:lnTo>
                  <a:lnTo>
                    <a:pt x="7940317" y="134270"/>
                  </a:lnTo>
                  <a:lnTo>
                    <a:pt x="7946928" y="182871"/>
                  </a:lnTo>
                  <a:lnTo>
                    <a:pt x="7946928" y="2068453"/>
                  </a:lnTo>
                  <a:lnTo>
                    <a:pt x="7940317" y="2117054"/>
                  </a:lnTo>
                  <a:lnTo>
                    <a:pt x="7921659" y="2160735"/>
                  </a:lnTo>
                  <a:lnTo>
                    <a:pt x="7892721" y="2197749"/>
                  </a:lnTo>
                  <a:lnTo>
                    <a:pt x="7855266" y="2226349"/>
                  </a:lnTo>
                  <a:lnTo>
                    <a:pt x="7811059" y="2244790"/>
                  </a:lnTo>
                  <a:lnTo>
                    <a:pt x="7761865" y="2251324"/>
                  </a:lnTo>
                  <a:lnTo>
                    <a:pt x="185062" y="2251324"/>
                  </a:lnTo>
                  <a:lnTo>
                    <a:pt x="135868" y="2244796"/>
                  </a:lnTo>
                  <a:lnTo>
                    <a:pt x="91661" y="2226370"/>
                  </a:lnTo>
                  <a:lnTo>
                    <a:pt x="54206" y="2197784"/>
                  </a:lnTo>
                  <a:lnTo>
                    <a:pt x="25268" y="2160777"/>
                  </a:lnTo>
                  <a:lnTo>
                    <a:pt x="6611" y="2117087"/>
                  </a:lnTo>
                  <a:lnTo>
                    <a:pt x="0" y="2068453"/>
                  </a:lnTo>
                  <a:lnTo>
                    <a:pt x="0" y="18287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28277" y="5773788"/>
              <a:ext cx="7985125" cy="2289810"/>
            </a:xfrm>
            <a:custGeom>
              <a:avLst/>
              <a:gdLst/>
              <a:ahLst/>
              <a:cxnLst/>
              <a:rect l="l" t="t" r="r" b="b"/>
              <a:pathLst>
                <a:path w="7985125" h="2289809">
                  <a:moveTo>
                    <a:pt x="204111" y="2289423"/>
                  </a:moveTo>
                  <a:lnTo>
                    <a:pt x="157372" y="2284101"/>
                  </a:lnTo>
                  <a:lnTo>
                    <a:pt x="114428" y="2268935"/>
                  </a:lnTo>
                  <a:lnTo>
                    <a:pt x="76521" y="2245128"/>
                  </a:lnTo>
                  <a:lnTo>
                    <a:pt x="44891" y="2213879"/>
                  </a:lnTo>
                  <a:lnTo>
                    <a:pt x="20773" y="2176391"/>
                  </a:lnTo>
                  <a:lnTo>
                    <a:pt x="5399" y="2133865"/>
                  </a:lnTo>
                  <a:lnTo>
                    <a:pt x="0" y="2087502"/>
                  </a:lnTo>
                  <a:lnTo>
                    <a:pt x="0" y="201921"/>
                  </a:lnTo>
                  <a:lnTo>
                    <a:pt x="5403" y="155557"/>
                  </a:lnTo>
                  <a:lnTo>
                    <a:pt x="20788" y="113031"/>
                  </a:lnTo>
                  <a:lnTo>
                    <a:pt x="44917" y="75543"/>
                  </a:lnTo>
                  <a:lnTo>
                    <a:pt x="76552" y="44295"/>
                  </a:lnTo>
                  <a:lnTo>
                    <a:pt x="114454" y="20487"/>
                  </a:lnTo>
                  <a:lnTo>
                    <a:pt x="157387" y="5322"/>
                  </a:lnTo>
                  <a:lnTo>
                    <a:pt x="204111" y="0"/>
                  </a:lnTo>
                  <a:lnTo>
                    <a:pt x="7780914" y="0"/>
                  </a:lnTo>
                  <a:lnTo>
                    <a:pt x="7780914" y="19049"/>
                  </a:lnTo>
                  <a:lnTo>
                    <a:pt x="204111" y="19049"/>
                  </a:lnTo>
                  <a:lnTo>
                    <a:pt x="204111" y="38098"/>
                  </a:lnTo>
                  <a:lnTo>
                    <a:pt x="159900" y="43962"/>
                  </a:lnTo>
                  <a:lnTo>
                    <a:pt x="120221" y="60505"/>
                  </a:lnTo>
                  <a:lnTo>
                    <a:pt x="86637" y="86149"/>
                  </a:lnTo>
                  <a:lnTo>
                    <a:pt x="60713" y="119318"/>
                  </a:lnTo>
                  <a:lnTo>
                    <a:pt x="44012" y="158434"/>
                  </a:lnTo>
                  <a:lnTo>
                    <a:pt x="38098" y="201921"/>
                  </a:lnTo>
                  <a:lnTo>
                    <a:pt x="38098" y="2087502"/>
                  </a:lnTo>
                  <a:lnTo>
                    <a:pt x="44012" y="2130988"/>
                  </a:lnTo>
                  <a:lnTo>
                    <a:pt x="60713" y="2170104"/>
                  </a:lnTo>
                  <a:lnTo>
                    <a:pt x="86637" y="2203273"/>
                  </a:lnTo>
                  <a:lnTo>
                    <a:pt x="120221" y="2228917"/>
                  </a:lnTo>
                  <a:lnTo>
                    <a:pt x="159900" y="2245460"/>
                  </a:lnTo>
                  <a:lnTo>
                    <a:pt x="204111" y="2251324"/>
                  </a:lnTo>
                  <a:lnTo>
                    <a:pt x="7898609" y="2251324"/>
                  </a:lnTo>
                  <a:lnTo>
                    <a:pt x="7870572" y="2268935"/>
                  </a:lnTo>
                  <a:lnTo>
                    <a:pt x="7866499" y="2270374"/>
                  </a:lnTo>
                  <a:lnTo>
                    <a:pt x="204111" y="2270374"/>
                  </a:lnTo>
                  <a:lnTo>
                    <a:pt x="204111" y="2289423"/>
                  </a:lnTo>
                  <a:close/>
                </a:path>
                <a:path w="7985125" h="2289809">
                  <a:moveTo>
                    <a:pt x="7898609" y="2251324"/>
                  </a:moveTo>
                  <a:lnTo>
                    <a:pt x="7780914" y="2251324"/>
                  </a:lnTo>
                  <a:lnTo>
                    <a:pt x="7825126" y="2245460"/>
                  </a:lnTo>
                  <a:lnTo>
                    <a:pt x="7864805" y="2228917"/>
                  </a:lnTo>
                  <a:lnTo>
                    <a:pt x="7898388" y="2203273"/>
                  </a:lnTo>
                  <a:lnTo>
                    <a:pt x="7924312" y="2170104"/>
                  </a:lnTo>
                  <a:lnTo>
                    <a:pt x="7941013" y="2130988"/>
                  </a:lnTo>
                  <a:lnTo>
                    <a:pt x="7946928" y="2087502"/>
                  </a:lnTo>
                  <a:lnTo>
                    <a:pt x="7946928" y="201921"/>
                  </a:lnTo>
                  <a:lnTo>
                    <a:pt x="7941013" y="158434"/>
                  </a:lnTo>
                  <a:lnTo>
                    <a:pt x="7924312" y="119318"/>
                  </a:lnTo>
                  <a:lnTo>
                    <a:pt x="7898388" y="86149"/>
                  </a:lnTo>
                  <a:lnTo>
                    <a:pt x="7864805" y="60505"/>
                  </a:lnTo>
                  <a:lnTo>
                    <a:pt x="7825126" y="43962"/>
                  </a:lnTo>
                  <a:lnTo>
                    <a:pt x="7780914" y="38098"/>
                  </a:lnTo>
                  <a:lnTo>
                    <a:pt x="204111" y="38098"/>
                  </a:lnTo>
                  <a:lnTo>
                    <a:pt x="204111" y="19049"/>
                  </a:lnTo>
                  <a:lnTo>
                    <a:pt x="7780914" y="19049"/>
                  </a:lnTo>
                  <a:lnTo>
                    <a:pt x="7780914" y="0"/>
                  </a:lnTo>
                  <a:lnTo>
                    <a:pt x="7827639" y="5322"/>
                  </a:lnTo>
                  <a:lnTo>
                    <a:pt x="7870572" y="20487"/>
                  </a:lnTo>
                  <a:lnTo>
                    <a:pt x="7908474" y="44295"/>
                  </a:lnTo>
                  <a:lnTo>
                    <a:pt x="7940109" y="75543"/>
                  </a:lnTo>
                  <a:lnTo>
                    <a:pt x="7964238" y="113031"/>
                  </a:lnTo>
                  <a:lnTo>
                    <a:pt x="7979623" y="155557"/>
                  </a:lnTo>
                  <a:lnTo>
                    <a:pt x="7985026" y="201921"/>
                  </a:lnTo>
                  <a:lnTo>
                    <a:pt x="7985026" y="2087502"/>
                  </a:lnTo>
                  <a:lnTo>
                    <a:pt x="7979623" y="2133865"/>
                  </a:lnTo>
                  <a:lnTo>
                    <a:pt x="7964238" y="2176391"/>
                  </a:lnTo>
                  <a:lnTo>
                    <a:pt x="7940109" y="2213879"/>
                  </a:lnTo>
                  <a:lnTo>
                    <a:pt x="7908474" y="2245128"/>
                  </a:lnTo>
                  <a:lnTo>
                    <a:pt x="7898609" y="2251324"/>
                  </a:lnTo>
                  <a:close/>
                </a:path>
                <a:path w="7985125" h="2289809">
                  <a:moveTo>
                    <a:pt x="7780914" y="2289423"/>
                  </a:moveTo>
                  <a:lnTo>
                    <a:pt x="204111" y="2289423"/>
                  </a:lnTo>
                  <a:lnTo>
                    <a:pt x="204111" y="2270374"/>
                  </a:lnTo>
                  <a:lnTo>
                    <a:pt x="7780914" y="2270374"/>
                  </a:lnTo>
                  <a:lnTo>
                    <a:pt x="7780914" y="2289423"/>
                  </a:lnTo>
                  <a:close/>
                </a:path>
                <a:path w="7985125" h="2289809">
                  <a:moveTo>
                    <a:pt x="7780914" y="2289423"/>
                  </a:moveTo>
                  <a:lnTo>
                    <a:pt x="7780914" y="2270374"/>
                  </a:lnTo>
                  <a:lnTo>
                    <a:pt x="7866499" y="2270374"/>
                  </a:lnTo>
                  <a:lnTo>
                    <a:pt x="7827639" y="2284101"/>
                  </a:lnTo>
                  <a:lnTo>
                    <a:pt x="7780914" y="2289423"/>
                  </a:lnTo>
                  <a:close/>
                </a:path>
              </a:pathLst>
            </a:custGeom>
            <a:solidFill>
              <a:srgbClr val="4960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28277" y="5773788"/>
              <a:ext cx="7985125" cy="2289810"/>
            </a:xfrm>
            <a:custGeom>
              <a:avLst/>
              <a:gdLst/>
              <a:ahLst/>
              <a:cxnLst/>
              <a:rect l="l" t="t" r="r" b="b"/>
              <a:pathLst>
                <a:path w="7985125" h="2289809">
                  <a:moveTo>
                    <a:pt x="0" y="201921"/>
                  </a:moveTo>
                  <a:lnTo>
                    <a:pt x="5403" y="155557"/>
                  </a:lnTo>
                  <a:lnTo>
                    <a:pt x="20788" y="113031"/>
                  </a:lnTo>
                  <a:lnTo>
                    <a:pt x="44917" y="75543"/>
                  </a:lnTo>
                  <a:lnTo>
                    <a:pt x="76552" y="44295"/>
                  </a:lnTo>
                  <a:lnTo>
                    <a:pt x="114454" y="20487"/>
                  </a:lnTo>
                  <a:lnTo>
                    <a:pt x="157387" y="5322"/>
                  </a:lnTo>
                  <a:lnTo>
                    <a:pt x="204111" y="0"/>
                  </a:lnTo>
                  <a:lnTo>
                    <a:pt x="7780914" y="0"/>
                  </a:lnTo>
                  <a:lnTo>
                    <a:pt x="7780914" y="19049"/>
                  </a:lnTo>
                  <a:lnTo>
                    <a:pt x="7780914" y="0"/>
                  </a:lnTo>
                  <a:lnTo>
                    <a:pt x="7827639" y="5322"/>
                  </a:lnTo>
                  <a:lnTo>
                    <a:pt x="7870572" y="20487"/>
                  </a:lnTo>
                  <a:lnTo>
                    <a:pt x="7908474" y="44295"/>
                  </a:lnTo>
                  <a:lnTo>
                    <a:pt x="7940109" y="75543"/>
                  </a:lnTo>
                  <a:lnTo>
                    <a:pt x="7964238" y="113031"/>
                  </a:lnTo>
                  <a:lnTo>
                    <a:pt x="7979623" y="155557"/>
                  </a:lnTo>
                  <a:lnTo>
                    <a:pt x="7985026" y="201921"/>
                  </a:lnTo>
                  <a:lnTo>
                    <a:pt x="7965977" y="201921"/>
                  </a:lnTo>
                  <a:lnTo>
                    <a:pt x="7985026" y="201921"/>
                  </a:lnTo>
                  <a:lnTo>
                    <a:pt x="7985026" y="2087502"/>
                  </a:lnTo>
                  <a:lnTo>
                    <a:pt x="7965977" y="2087502"/>
                  </a:lnTo>
                  <a:lnTo>
                    <a:pt x="7985026" y="2087502"/>
                  </a:lnTo>
                  <a:lnTo>
                    <a:pt x="7979623" y="2133865"/>
                  </a:lnTo>
                  <a:lnTo>
                    <a:pt x="7964238" y="2176391"/>
                  </a:lnTo>
                  <a:lnTo>
                    <a:pt x="7940109" y="2213879"/>
                  </a:lnTo>
                  <a:lnTo>
                    <a:pt x="7908474" y="2245128"/>
                  </a:lnTo>
                  <a:lnTo>
                    <a:pt x="7870572" y="2268935"/>
                  </a:lnTo>
                  <a:lnTo>
                    <a:pt x="7827639" y="2284101"/>
                  </a:lnTo>
                  <a:lnTo>
                    <a:pt x="7780914" y="2289423"/>
                  </a:lnTo>
                  <a:lnTo>
                    <a:pt x="7780914" y="2270374"/>
                  </a:lnTo>
                  <a:lnTo>
                    <a:pt x="7780914" y="2289423"/>
                  </a:lnTo>
                  <a:lnTo>
                    <a:pt x="204111" y="2289423"/>
                  </a:lnTo>
                  <a:lnTo>
                    <a:pt x="204111" y="2270374"/>
                  </a:lnTo>
                  <a:lnTo>
                    <a:pt x="204111" y="2289423"/>
                  </a:lnTo>
                  <a:lnTo>
                    <a:pt x="157387" y="2284106"/>
                  </a:lnTo>
                  <a:lnTo>
                    <a:pt x="114454" y="2268952"/>
                  </a:lnTo>
                  <a:lnTo>
                    <a:pt x="76552" y="2245158"/>
                  </a:lnTo>
                  <a:lnTo>
                    <a:pt x="44917" y="2213919"/>
                  </a:lnTo>
                  <a:lnTo>
                    <a:pt x="20788" y="2176433"/>
                  </a:lnTo>
                  <a:lnTo>
                    <a:pt x="5403" y="2133895"/>
                  </a:lnTo>
                  <a:lnTo>
                    <a:pt x="0" y="2087502"/>
                  </a:lnTo>
                  <a:lnTo>
                    <a:pt x="0" y="201921"/>
                  </a:lnTo>
                  <a:lnTo>
                    <a:pt x="19049" y="201921"/>
                  </a:lnTo>
                  <a:lnTo>
                    <a:pt x="0" y="201921"/>
                  </a:lnTo>
                </a:path>
                <a:path w="7985125" h="2289809">
                  <a:moveTo>
                    <a:pt x="38098" y="201921"/>
                  </a:moveTo>
                  <a:lnTo>
                    <a:pt x="38098" y="2087502"/>
                  </a:lnTo>
                  <a:lnTo>
                    <a:pt x="19049" y="2087502"/>
                  </a:lnTo>
                  <a:lnTo>
                    <a:pt x="38098" y="2087502"/>
                  </a:lnTo>
                  <a:lnTo>
                    <a:pt x="44012" y="2130988"/>
                  </a:lnTo>
                  <a:lnTo>
                    <a:pt x="60713" y="2170104"/>
                  </a:lnTo>
                  <a:lnTo>
                    <a:pt x="86637" y="2203273"/>
                  </a:lnTo>
                  <a:lnTo>
                    <a:pt x="120221" y="2228917"/>
                  </a:lnTo>
                  <a:lnTo>
                    <a:pt x="159900" y="2245460"/>
                  </a:lnTo>
                  <a:lnTo>
                    <a:pt x="204111" y="2251324"/>
                  </a:lnTo>
                  <a:lnTo>
                    <a:pt x="7780914" y="2251324"/>
                  </a:lnTo>
                  <a:lnTo>
                    <a:pt x="7825126" y="2245460"/>
                  </a:lnTo>
                  <a:lnTo>
                    <a:pt x="7864805" y="2228917"/>
                  </a:lnTo>
                  <a:lnTo>
                    <a:pt x="7898388" y="2203273"/>
                  </a:lnTo>
                  <a:lnTo>
                    <a:pt x="7924312" y="2170104"/>
                  </a:lnTo>
                  <a:lnTo>
                    <a:pt x="7941013" y="2130988"/>
                  </a:lnTo>
                  <a:lnTo>
                    <a:pt x="7946928" y="2087502"/>
                  </a:lnTo>
                  <a:lnTo>
                    <a:pt x="7946928" y="201921"/>
                  </a:lnTo>
                  <a:lnTo>
                    <a:pt x="7941013" y="158434"/>
                  </a:lnTo>
                  <a:lnTo>
                    <a:pt x="7924312" y="119318"/>
                  </a:lnTo>
                  <a:lnTo>
                    <a:pt x="7898388" y="86149"/>
                  </a:lnTo>
                  <a:lnTo>
                    <a:pt x="7864805" y="60505"/>
                  </a:lnTo>
                  <a:lnTo>
                    <a:pt x="7825126" y="43962"/>
                  </a:lnTo>
                  <a:lnTo>
                    <a:pt x="7780914" y="38098"/>
                  </a:lnTo>
                  <a:lnTo>
                    <a:pt x="204111" y="38098"/>
                  </a:lnTo>
                  <a:lnTo>
                    <a:pt x="204111" y="19049"/>
                  </a:lnTo>
                  <a:lnTo>
                    <a:pt x="204111" y="38098"/>
                  </a:lnTo>
                  <a:lnTo>
                    <a:pt x="159900" y="43962"/>
                  </a:lnTo>
                  <a:lnTo>
                    <a:pt x="120221" y="60505"/>
                  </a:lnTo>
                  <a:lnTo>
                    <a:pt x="86637" y="86149"/>
                  </a:lnTo>
                  <a:lnTo>
                    <a:pt x="60713" y="119318"/>
                  </a:lnTo>
                  <a:lnTo>
                    <a:pt x="44012" y="158434"/>
                  </a:lnTo>
                  <a:lnTo>
                    <a:pt x="38098" y="20192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9058" y="5792830"/>
              <a:ext cx="152400" cy="2248535"/>
            </a:xfrm>
            <a:custGeom>
              <a:avLst/>
              <a:gdLst/>
              <a:ahLst/>
              <a:cxnLst/>
              <a:rect l="l" t="t" r="r" b="b"/>
              <a:pathLst>
                <a:path w="152400" h="2248534">
                  <a:moveTo>
                    <a:pt x="107532" y="2247915"/>
                  </a:moveTo>
                  <a:lnTo>
                    <a:pt x="44860" y="2247915"/>
                  </a:lnTo>
                  <a:lnTo>
                    <a:pt x="27403" y="2244393"/>
                  </a:lnTo>
                  <a:lnTo>
                    <a:pt x="13143" y="2234791"/>
                  </a:lnTo>
                  <a:lnTo>
                    <a:pt x="3527" y="2220552"/>
                  </a:lnTo>
                  <a:lnTo>
                    <a:pt x="0" y="2203122"/>
                  </a:lnTo>
                  <a:lnTo>
                    <a:pt x="0" y="44792"/>
                  </a:lnTo>
                  <a:lnTo>
                    <a:pt x="3527" y="27362"/>
                  </a:lnTo>
                  <a:lnTo>
                    <a:pt x="13143" y="13124"/>
                  </a:lnTo>
                  <a:lnTo>
                    <a:pt x="27403" y="3521"/>
                  </a:lnTo>
                  <a:lnTo>
                    <a:pt x="44860" y="0"/>
                  </a:lnTo>
                  <a:lnTo>
                    <a:pt x="107532" y="0"/>
                  </a:lnTo>
                  <a:lnTo>
                    <a:pt x="124989" y="3521"/>
                  </a:lnTo>
                  <a:lnTo>
                    <a:pt x="139249" y="13124"/>
                  </a:lnTo>
                  <a:lnTo>
                    <a:pt x="148866" y="27362"/>
                  </a:lnTo>
                  <a:lnTo>
                    <a:pt x="152393" y="44792"/>
                  </a:lnTo>
                  <a:lnTo>
                    <a:pt x="152393" y="2203122"/>
                  </a:lnTo>
                  <a:lnTo>
                    <a:pt x="148866" y="2220552"/>
                  </a:lnTo>
                  <a:lnTo>
                    <a:pt x="139249" y="2234791"/>
                  </a:lnTo>
                  <a:lnTo>
                    <a:pt x="124989" y="2244393"/>
                  </a:lnTo>
                  <a:lnTo>
                    <a:pt x="107532" y="2247915"/>
                  </a:lnTo>
                  <a:close/>
                </a:path>
              </a:pathLst>
            </a:custGeom>
            <a:solidFill>
              <a:srgbClr val="099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9058" y="5792830"/>
              <a:ext cx="152400" cy="2248535"/>
            </a:xfrm>
            <a:custGeom>
              <a:avLst/>
              <a:gdLst/>
              <a:ahLst/>
              <a:cxnLst/>
              <a:rect l="l" t="t" r="r" b="b"/>
              <a:pathLst>
                <a:path w="152400" h="2248534">
                  <a:moveTo>
                    <a:pt x="0" y="44792"/>
                  </a:moveTo>
                  <a:lnTo>
                    <a:pt x="3527" y="27362"/>
                  </a:lnTo>
                  <a:lnTo>
                    <a:pt x="13143" y="13124"/>
                  </a:lnTo>
                  <a:lnTo>
                    <a:pt x="27403" y="3521"/>
                  </a:lnTo>
                  <a:lnTo>
                    <a:pt x="44860" y="0"/>
                  </a:lnTo>
                  <a:lnTo>
                    <a:pt x="107532" y="0"/>
                  </a:lnTo>
                  <a:lnTo>
                    <a:pt x="124989" y="3521"/>
                  </a:lnTo>
                  <a:lnTo>
                    <a:pt x="139249" y="13124"/>
                  </a:lnTo>
                  <a:lnTo>
                    <a:pt x="148866" y="27362"/>
                  </a:lnTo>
                  <a:lnTo>
                    <a:pt x="152393" y="44792"/>
                  </a:lnTo>
                  <a:lnTo>
                    <a:pt x="152393" y="2203122"/>
                  </a:lnTo>
                  <a:lnTo>
                    <a:pt x="148866" y="2220552"/>
                  </a:lnTo>
                  <a:lnTo>
                    <a:pt x="139249" y="2234791"/>
                  </a:lnTo>
                  <a:lnTo>
                    <a:pt x="124989" y="2244393"/>
                  </a:lnTo>
                  <a:lnTo>
                    <a:pt x="107532" y="2247915"/>
                  </a:lnTo>
                  <a:lnTo>
                    <a:pt x="44860" y="2247915"/>
                  </a:lnTo>
                  <a:lnTo>
                    <a:pt x="27403" y="2244393"/>
                  </a:lnTo>
                  <a:lnTo>
                    <a:pt x="13143" y="2234791"/>
                  </a:lnTo>
                  <a:lnTo>
                    <a:pt x="3527" y="2220552"/>
                  </a:lnTo>
                  <a:lnTo>
                    <a:pt x="0" y="2203122"/>
                  </a:lnTo>
                  <a:lnTo>
                    <a:pt x="0" y="4479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9250712" y="5769025"/>
            <a:ext cx="8014334" cy="2299335"/>
            <a:chOff x="9250712" y="5769025"/>
            <a:chExt cx="8014334" cy="2299335"/>
          </a:xfrm>
        </p:grpSpPr>
        <p:sp>
          <p:nvSpPr>
            <p:cNvPr id="26" name="object 26"/>
            <p:cNvSpPr/>
            <p:nvPr/>
          </p:nvSpPr>
          <p:spPr>
            <a:xfrm>
              <a:off x="9293743" y="5792837"/>
              <a:ext cx="7947025" cy="2251710"/>
            </a:xfrm>
            <a:custGeom>
              <a:avLst/>
              <a:gdLst/>
              <a:ahLst/>
              <a:cxnLst/>
              <a:rect l="l" t="t" r="r" b="b"/>
              <a:pathLst>
                <a:path w="7947025" h="2251709">
                  <a:moveTo>
                    <a:pt x="7761865" y="2251324"/>
                  </a:moveTo>
                  <a:lnTo>
                    <a:pt x="185062" y="2251324"/>
                  </a:lnTo>
                  <a:lnTo>
                    <a:pt x="135868" y="2244796"/>
                  </a:lnTo>
                  <a:lnTo>
                    <a:pt x="91661" y="2226370"/>
                  </a:lnTo>
                  <a:lnTo>
                    <a:pt x="54206" y="2197784"/>
                  </a:lnTo>
                  <a:lnTo>
                    <a:pt x="25268" y="2160777"/>
                  </a:lnTo>
                  <a:lnTo>
                    <a:pt x="6611" y="2117087"/>
                  </a:lnTo>
                  <a:lnTo>
                    <a:pt x="0" y="2068453"/>
                  </a:lnTo>
                  <a:lnTo>
                    <a:pt x="0" y="182871"/>
                  </a:lnTo>
                  <a:lnTo>
                    <a:pt x="6611" y="134270"/>
                  </a:lnTo>
                  <a:lnTo>
                    <a:pt x="25268" y="90589"/>
                  </a:lnTo>
                  <a:lnTo>
                    <a:pt x="54206" y="53575"/>
                  </a:lnTo>
                  <a:lnTo>
                    <a:pt x="91661" y="24975"/>
                  </a:lnTo>
                  <a:lnTo>
                    <a:pt x="135868" y="6534"/>
                  </a:lnTo>
                  <a:lnTo>
                    <a:pt x="185062" y="0"/>
                  </a:lnTo>
                  <a:lnTo>
                    <a:pt x="7761865" y="0"/>
                  </a:lnTo>
                  <a:lnTo>
                    <a:pt x="7811059" y="6534"/>
                  </a:lnTo>
                  <a:lnTo>
                    <a:pt x="7855266" y="24975"/>
                  </a:lnTo>
                  <a:lnTo>
                    <a:pt x="7892721" y="53575"/>
                  </a:lnTo>
                  <a:lnTo>
                    <a:pt x="7921659" y="90589"/>
                  </a:lnTo>
                  <a:lnTo>
                    <a:pt x="7940317" y="134270"/>
                  </a:lnTo>
                  <a:lnTo>
                    <a:pt x="7946928" y="182871"/>
                  </a:lnTo>
                  <a:lnTo>
                    <a:pt x="7946928" y="2068453"/>
                  </a:lnTo>
                  <a:lnTo>
                    <a:pt x="7940317" y="2117054"/>
                  </a:lnTo>
                  <a:lnTo>
                    <a:pt x="7921659" y="2160735"/>
                  </a:lnTo>
                  <a:lnTo>
                    <a:pt x="7892721" y="2197749"/>
                  </a:lnTo>
                  <a:lnTo>
                    <a:pt x="7855266" y="2226349"/>
                  </a:lnTo>
                  <a:lnTo>
                    <a:pt x="7811059" y="2244790"/>
                  </a:lnTo>
                  <a:lnTo>
                    <a:pt x="7761865" y="2251324"/>
                  </a:lnTo>
                  <a:close/>
                </a:path>
              </a:pathLst>
            </a:custGeom>
            <a:solidFill>
              <a:srgbClr val="099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293743" y="5792837"/>
              <a:ext cx="7947025" cy="2251710"/>
            </a:xfrm>
            <a:custGeom>
              <a:avLst/>
              <a:gdLst/>
              <a:ahLst/>
              <a:cxnLst/>
              <a:rect l="l" t="t" r="r" b="b"/>
              <a:pathLst>
                <a:path w="7947025" h="2251709">
                  <a:moveTo>
                    <a:pt x="0" y="182871"/>
                  </a:moveTo>
                  <a:lnTo>
                    <a:pt x="6611" y="134270"/>
                  </a:lnTo>
                  <a:lnTo>
                    <a:pt x="25268" y="90589"/>
                  </a:lnTo>
                  <a:lnTo>
                    <a:pt x="54206" y="53575"/>
                  </a:lnTo>
                  <a:lnTo>
                    <a:pt x="91661" y="24975"/>
                  </a:lnTo>
                  <a:lnTo>
                    <a:pt x="135868" y="6534"/>
                  </a:lnTo>
                  <a:lnTo>
                    <a:pt x="185062" y="0"/>
                  </a:lnTo>
                  <a:lnTo>
                    <a:pt x="7761865" y="0"/>
                  </a:lnTo>
                  <a:lnTo>
                    <a:pt x="7811059" y="6534"/>
                  </a:lnTo>
                  <a:lnTo>
                    <a:pt x="7855266" y="24975"/>
                  </a:lnTo>
                  <a:lnTo>
                    <a:pt x="7892721" y="53575"/>
                  </a:lnTo>
                  <a:lnTo>
                    <a:pt x="7921659" y="90589"/>
                  </a:lnTo>
                  <a:lnTo>
                    <a:pt x="7940317" y="134270"/>
                  </a:lnTo>
                  <a:lnTo>
                    <a:pt x="7946928" y="182871"/>
                  </a:lnTo>
                  <a:lnTo>
                    <a:pt x="7946928" y="2068453"/>
                  </a:lnTo>
                  <a:lnTo>
                    <a:pt x="7940317" y="2117054"/>
                  </a:lnTo>
                  <a:lnTo>
                    <a:pt x="7921659" y="2160735"/>
                  </a:lnTo>
                  <a:lnTo>
                    <a:pt x="7892721" y="2197749"/>
                  </a:lnTo>
                  <a:lnTo>
                    <a:pt x="7855266" y="2226349"/>
                  </a:lnTo>
                  <a:lnTo>
                    <a:pt x="7811059" y="2244790"/>
                  </a:lnTo>
                  <a:lnTo>
                    <a:pt x="7761865" y="2251324"/>
                  </a:lnTo>
                  <a:lnTo>
                    <a:pt x="185062" y="2251324"/>
                  </a:lnTo>
                  <a:lnTo>
                    <a:pt x="135868" y="2244796"/>
                  </a:lnTo>
                  <a:lnTo>
                    <a:pt x="91661" y="2226370"/>
                  </a:lnTo>
                  <a:lnTo>
                    <a:pt x="54206" y="2197784"/>
                  </a:lnTo>
                  <a:lnTo>
                    <a:pt x="25268" y="2160777"/>
                  </a:lnTo>
                  <a:lnTo>
                    <a:pt x="6611" y="2117087"/>
                  </a:lnTo>
                  <a:lnTo>
                    <a:pt x="0" y="2068453"/>
                  </a:lnTo>
                  <a:lnTo>
                    <a:pt x="0" y="18287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274693" y="5773788"/>
              <a:ext cx="7985125" cy="2289810"/>
            </a:xfrm>
            <a:custGeom>
              <a:avLst/>
              <a:gdLst/>
              <a:ahLst/>
              <a:cxnLst/>
              <a:rect l="l" t="t" r="r" b="b"/>
              <a:pathLst>
                <a:path w="7985125" h="2289809">
                  <a:moveTo>
                    <a:pt x="204111" y="2289423"/>
                  </a:moveTo>
                  <a:lnTo>
                    <a:pt x="157372" y="2284101"/>
                  </a:lnTo>
                  <a:lnTo>
                    <a:pt x="114428" y="2268935"/>
                  </a:lnTo>
                  <a:lnTo>
                    <a:pt x="76521" y="2245128"/>
                  </a:lnTo>
                  <a:lnTo>
                    <a:pt x="44891" y="2213879"/>
                  </a:lnTo>
                  <a:lnTo>
                    <a:pt x="20773" y="2176391"/>
                  </a:lnTo>
                  <a:lnTo>
                    <a:pt x="5399" y="2133865"/>
                  </a:lnTo>
                  <a:lnTo>
                    <a:pt x="0" y="2087502"/>
                  </a:lnTo>
                  <a:lnTo>
                    <a:pt x="0" y="201921"/>
                  </a:lnTo>
                  <a:lnTo>
                    <a:pt x="5403" y="155557"/>
                  </a:lnTo>
                  <a:lnTo>
                    <a:pt x="20788" y="113031"/>
                  </a:lnTo>
                  <a:lnTo>
                    <a:pt x="44917" y="75543"/>
                  </a:lnTo>
                  <a:lnTo>
                    <a:pt x="76552" y="44295"/>
                  </a:lnTo>
                  <a:lnTo>
                    <a:pt x="114454" y="20487"/>
                  </a:lnTo>
                  <a:lnTo>
                    <a:pt x="157387" y="5322"/>
                  </a:lnTo>
                  <a:lnTo>
                    <a:pt x="204111" y="0"/>
                  </a:lnTo>
                  <a:lnTo>
                    <a:pt x="7780914" y="0"/>
                  </a:lnTo>
                  <a:lnTo>
                    <a:pt x="7780914" y="19049"/>
                  </a:lnTo>
                  <a:lnTo>
                    <a:pt x="204111" y="19049"/>
                  </a:lnTo>
                  <a:lnTo>
                    <a:pt x="204111" y="38098"/>
                  </a:lnTo>
                  <a:lnTo>
                    <a:pt x="159900" y="43962"/>
                  </a:lnTo>
                  <a:lnTo>
                    <a:pt x="120221" y="60505"/>
                  </a:lnTo>
                  <a:lnTo>
                    <a:pt x="86637" y="86149"/>
                  </a:lnTo>
                  <a:lnTo>
                    <a:pt x="60713" y="119318"/>
                  </a:lnTo>
                  <a:lnTo>
                    <a:pt x="44012" y="158434"/>
                  </a:lnTo>
                  <a:lnTo>
                    <a:pt x="38098" y="201921"/>
                  </a:lnTo>
                  <a:lnTo>
                    <a:pt x="38098" y="2087502"/>
                  </a:lnTo>
                  <a:lnTo>
                    <a:pt x="44012" y="2130988"/>
                  </a:lnTo>
                  <a:lnTo>
                    <a:pt x="60713" y="2170104"/>
                  </a:lnTo>
                  <a:lnTo>
                    <a:pt x="86637" y="2203273"/>
                  </a:lnTo>
                  <a:lnTo>
                    <a:pt x="120221" y="2228917"/>
                  </a:lnTo>
                  <a:lnTo>
                    <a:pt x="159900" y="2245460"/>
                  </a:lnTo>
                  <a:lnTo>
                    <a:pt x="204111" y="2251324"/>
                  </a:lnTo>
                  <a:lnTo>
                    <a:pt x="7898609" y="2251324"/>
                  </a:lnTo>
                  <a:lnTo>
                    <a:pt x="7870572" y="2268935"/>
                  </a:lnTo>
                  <a:lnTo>
                    <a:pt x="7866499" y="2270374"/>
                  </a:lnTo>
                  <a:lnTo>
                    <a:pt x="204111" y="2270374"/>
                  </a:lnTo>
                  <a:lnTo>
                    <a:pt x="204111" y="2289423"/>
                  </a:lnTo>
                  <a:close/>
                </a:path>
                <a:path w="7985125" h="2289809">
                  <a:moveTo>
                    <a:pt x="7898609" y="2251324"/>
                  </a:moveTo>
                  <a:lnTo>
                    <a:pt x="7780914" y="2251324"/>
                  </a:lnTo>
                  <a:lnTo>
                    <a:pt x="7825126" y="2245460"/>
                  </a:lnTo>
                  <a:lnTo>
                    <a:pt x="7864805" y="2228917"/>
                  </a:lnTo>
                  <a:lnTo>
                    <a:pt x="7898388" y="2203273"/>
                  </a:lnTo>
                  <a:lnTo>
                    <a:pt x="7924312" y="2170104"/>
                  </a:lnTo>
                  <a:lnTo>
                    <a:pt x="7941013" y="2130988"/>
                  </a:lnTo>
                  <a:lnTo>
                    <a:pt x="7946928" y="2087502"/>
                  </a:lnTo>
                  <a:lnTo>
                    <a:pt x="7946928" y="201921"/>
                  </a:lnTo>
                  <a:lnTo>
                    <a:pt x="7941013" y="158434"/>
                  </a:lnTo>
                  <a:lnTo>
                    <a:pt x="7924312" y="119318"/>
                  </a:lnTo>
                  <a:lnTo>
                    <a:pt x="7898388" y="86149"/>
                  </a:lnTo>
                  <a:lnTo>
                    <a:pt x="7864805" y="60505"/>
                  </a:lnTo>
                  <a:lnTo>
                    <a:pt x="7825126" y="43962"/>
                  </a:lnTo>
                  <a:lnTo>
                    <a:pt x="7780914" y="38098"/>
                  </a:lnTo>
                  <a:lnTo>
                    <a:pt x="204111" y="38098"/>
                  </a:lnTo>
                  <a:lnTo>
                    <a:pt x="204111" y="19049"/>
                  </a:lnTo>
                  <a:lnTo>
                    <a:pt x="7780914" y="19049"/>
                  </a:lnTo>
                  <a:lnTo>
                    <a:pt x="7780914" y="0"/>
                  </a:lnTo>
                  <a:lnTo>
                    <a:pt x="7827639" y="5322"/>
                  </a:lnTo>
                  <a:lnTo>
                    <a:pt x="7870572" y="20487"/>
                  </a:lnTo>
                  <a:lnTo>
                    <a:pt x="7908474" y="44295"/>
                  </a:lnTo>
                  <a:lnTo>
                    <a:pt x="7940109" y="75543"/>
                  </a:lnTo>
                  <a:lnTo>
                    <a:pt x="7964238" y="113031"/>
                  </a:lnTo>
                  <a:lnTo>
                    <a:pt x="7979623" y="155557"/>
                  </a:lnTo>
                  <a:lnTo>
                    <a:pt x="7985026" y="201921"/>
                  </a:lnTo>
                  <a:lnTo>
                    <a:pt x="7985026" y="2087502"/>
                  </a:lnTo>
                  <a:lnTo>
                    <a:pt x="7979623" y="2133865"/>
                  </a:lnTo>
                  <a:lnTo>
                    <a:pt x="7964238" y="2176391"/>
                  </a:lnTo>
                  <a:lnTo>
                    <a:pt x="7940109" y="2213879"/>
                  </a:lnTo>
                  <a:lnTo>
                    <a:pt x="7908474" y="2245128"/>
                  </a:lnTo>
                  <a:lnTo>
                    <a:pt x="7898609" y="2251324"/>
                  </a:lnTo>
                  <a:close/>
                </a:path>
                <a:path w="7985125" h="2289809">
                  <a:moveTo>
                    <a:pt x="7780914" y="2289423"/>
                  </a:moveTo>
                  <a:lnTo>
                    <a:pt x="204111" y="2289423"/>
                  </a:lnTo>
                  <a:lnTo>
                    <a:pt x="204111" y="2270374"/>
                  </a:lnTo>
                  <a:lnTo>
                    <a:pt x="7780914" y="2270374"/>
                  </a:lnTo>
                  <a:lnTo>
                    <a:pt x="7780914" y="2289423"/>
                  </a:lnTo>
                  <a:close/>
                </a:path>
                <a:path w="7985125" h="2289809">
                  <a:moveTo>
                    <a:pt x="7780914" y="2289423"/>
                  </a:moveTo>
                  <a:lnTo>
                    <a:pt x="7780914" y="2270374"/>
                  </a:lnTo>
                  <a:lnTo>
                    <a:pt x="7866499" y="2270374"/>
                  </a:lnTo>
                  <a:lnTo>
                    <a:pt x="7827639" y="2284101"/>
                  </a:lnTo>
                  <a:lnTo>
                    <a:pt x="7780914" y="2289423"/>
                  </a:lnTo>
                  <a:close/>
                </a:path>
              </a:pathLst>
            </a:custGeom>
            <a:solidFill>
              <a:srgbClr val="4960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274693" y="5773788"/>
              <a:ext cx="7985125" cy="2289810"/>
            </a:xfrm>
            <a:custGeom>
              <a:avLst/>
              <a:gdLst/>
              <a:ahLst/>
              <a:cxnLst/>
              <a:rect l="l" t="t" r="r" b="b"/>
              <a:pathLst>
                <a:path w="7985125" h="2289809">
                  <a:moveTo>
                    <a:pt x="0" y="201921"/>
                  </a:moveTo>
                  <a:lnTo>
                    <a:pt x="5403" y="155557"/>
                  </a:lnTo>
                  <a:lnTo>
                    <a:pt x="20788" y="113031"/>
                  </a:lnTo>
                  <a:lnTo>
                    <a:pt x="44917" y="75543"/>
                  </a:lnTo>
                  <a:lnTo>
                    <a:pt x="76552" y="44295"/>
                  </a:lnTo>
                  <a:lnTo>
                    <a:pt x="114454" y="20487"/>
                  </a:lnTo>
                  <a:lnTo>
                    <a:pt x="157387" y="5322"/>
                  </a:lnTo>
                  <a:lnTo>
                    <a:pt x="204111" y="0"/>
                  </a:lnTo>
                  <a:lnTo>
                    <a:pt x="7780914" y="0"/>
                  </a:lnTo>
                  <a:lnTo>
                    <a:pt x="7780914" y="19049"/>
                  </a:lnTo>
                  <a:lnTo>
                    <a:pt x="7780914" y="0"/>
                  </a:lnTo>
                  <a:lnTo>
                    <a:pt x="7827639" y="5322"/>
                  </a:lnTo>
                  <a:lnTo>
                    <a:pt x="7870572" y="20487"/>
                  </a:lnTo>
                  <a:lnTo>
                    <a:pt x="7908474" y="44295"/>
                  </a:lnTo>
                  <a:lnTo>
                    <a:pt x="7940109" y="75543"/>
                  </a:lnTo>
                  <a:lnTo>
                    <a:pt x="7964238" y="113031"/>
                  </a:lnTo>
                  <a:lnTo>
                    <a:pt x="7979623" y="155557"/>
                  </a:lnTo>
                  <a:lnTo>
                    <a:pt x="7985026" y="201921"/>
                  </a:lnTo>
                  <a:lnTo>
                    <a:pt x="7965977" y="201921"/>
                  </a:lnTo>
                  <a:lnTo>
                    <a:pt x="7985026" y="201921"/>
                  </a:lnTo>
                  <a:lnTo>
                    <a:pt x="7985026" y="2087502"/>
                  </a:lnTo>
                  <a:lnTo>
                    <a:pt x="7965977" y="2087502"/>
                  </a:lnTo>
                  <a:lnTo>
                    <a:pt x="7985026" y="2087502"/>
                  </a:lnTo>
                  <a:lnTo>
                    <a:pt x="7979623" y="2133865"/>
                  </a:lnTo>
                  <a:lnTo>
                    <a:pt x="7964238" y="2176391"/>
                  </a:lnTo>
                  <a:lnTo>
                    <a:pt x="7940109" y="2213879"/>
                  </a:lnTo>
                  <a:lnTo>
                    <a:pt x="7908474" y="2245128"/>
                  </a:lnTo>
                  <a:lnTo>
                    <a:pt x="7870572" y="2268935"/>
                  </a:lnTo>
                  <a:lnTo>
                    <a:pt x="7827639" y="2284101"/>
                  </a:lnTo>
                  <a:lnTo>
                    <a:pt x="7780914" y="2289423"/>
                  </a:lnTo>
                  <a:lnTo>
                    <a:pt x="7780914" y="2270374"/>
                  </a:lnTo>
                  <a:lnTo>
                    <a:pt x="7780914" y="2289423"/>
                  </a:lnTo>
                  <a:lnTo>
                    <a:pt x="204111" y="2289423"/>
                  </a:lnTo>
                  <a:lnTo>
                    <a:pt x="204111" y="2270374"/>
                  </a:lnTo>
                  <a:lnTo>
                    <a:pt x="204111" y="2289423"/>
                  </a:lnTo>
                  <a:lnTo>
                    <a:pt x="157387" y="2284106"/>
                  </a:lnTo>
                  <a:lnTo>
                    <a:pt x="114454" y="2268952"/>
                  </a:lnTo>
                  <a:lnTo>
                    <a:pt x="76552" y="2245158"/>
                  </a:lnTo>
                  <a:lnTo>
                    <a:pt x="44917" y="2213919"/>
                  </a:lnTo>
                  <a:lnTo>
                    <a:pt x="20788" y="2176433"/>
                  </a:lnTo>
                  <a:lnTo>
                    <a:pt x="5403" y="2133895"/>
                  </a:lnTo>
                  <a:lnTo>
                    <a:pt x="0" y="2087502"/>
                  </a:lnTo>
                  <a:lnTo>
                    <a:pt x="0" y="201921"/>
                  </a:lnTo>
                  <a:lnTo>
                    <a:pt x="19049" y="201921"/>
                  </a:lnTo>
                  <a:lnTo>
                    <a:pt x="0" y="201921"/>
                  </a:lnTo>
                </a:path>
                <a:path w="7985125" h="2289809">
                  <a:moveTo>
                    <a:pt x="38098" y="201921"/>
                  </a:moveTo>
                  <a:lnTo>
                    <a:pt x="38098" y="2087502"/>
                  </a:lnTo>
                  <a:lnTo>
                    <a:pt x="19049" y="2087502"/>
                  </a:lnTo>
                  <a:lnTo>
                    <a:pt x="38098" y="2087502"/>
                  </a:lnTo>
                  <a:lnTo>
                    <a:pt x="44012" y="2130988"/>
                  </a:lnTo>
                  <a:lnTo>
                    <a:pt x="60713" y="2170104"/>
                  </a:lnTo>
                  <a:lnTo>
                    <a:pt x="86637" y="2203273"/>
                  </a:lnTo>
                  <a:lnTo>
                    <a:pt x="120221" y="2228917"/>
                  </a:lnTo>
                  <a:lnTo>
                    <a:pt x="159900" y="2245460"/>
                  </a:lnTo>
                  <a:lnTo>
                    <a:pt x="204111" y="2251324"/>
                  </a:lnTo>
                  <a:lnTo>
                    <a:pt x="7780914" y="2251324"/>
                  </a:lnTo>
                  <a:lnTo>
                    <a:pt x="7825126" y="2245460"/>
                  </a:lnTo>
                  <a:lnTo>
                    <a:pt x="7864805" y="2228917"/>
                  </a:lnTo>
                  <a:lnTo>
                    <a:pt x="7898388" y="2203273"/>
                  </a:lnTo>
                  <a:lnTo>
                    <a:pt x="7924312" y="2170104"/>
                  </a:lnTo>
                  <a:lnTo>
                    <a:pt x="7941013" y="2130988"/>
                  </a:lnTo>
                  <a:lnTo>
                    <a:pt x="7946928" y="2087502"/>
                  </a:lnTo>
                  <a:lnTo>
                    <a:pt x="7946928" y="201921"/>
                  </a:lnTo>
                  <a:lnTo>
                    <a:pt x="7941013" y="158434"/>
                  </a:lnTo>
                  <a:lnTo>
                    <a:pt x="7924312" y="119318"/>
                  </a:lnTo>
                  <a:lnTo>
                    <a:pt x="7898388" y="86149"/>
                  </a:lnTo>
                  <a:lnTo>
                    <a:pt x="7864805" y="60505"/>
                  </a:lnTo>
                  <a:lnTo>
                    <a:pt x="7825126" y="43962"/>
                  </a:lnTo>
                  <a:lnTo>
                    <a:pt x="7780914" y="38098"/>
                  </a:lnTo>
                  <a:lnTo>
                    <a:pt x="204111" y="38098"/>
                  </a:lnTo>
                  <a:lnTo>
                    <a:pt x="204111" y="19049"/>
                  </a:lnTo>
                  <a:lnTo>
                    <a:pt x="204111" y="38098"/>
                  </a:lnTo>
                  <a:lnTo>
                    <a:pt x="159900" y="43962"/>
                  </a:lnTo>
                  <a:lnTo>
                    <a:pt x="120221" y="60505"/>
                  </a:lnTo>
                  <a:lnTo>
                    <a:pt x="86637" y="86149"/>
                  </a:lnTo>
                  <a:lnTo>
                    <a:pt x="60713" y="119318"/>
                  </a:lnTo>
                  <a:lnTo>
                    <a:pt x="44012" y="158434"/>
                  </a:lnTo>
                  <a:lnTo>
                    <a:pt x="38098" y="20192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255475" y="5792830"/>
              <a:ext cx="152400" cy="2248535"/>
            </a:xfrm>
            <a:custGeom>
              <a:avLst/>
              <a:gdLst/>
              <a:ahLst/>
              <a:cxnLst/>
              <a:rect l="l" t="t" r="r" b="b"/>
              <a:pathLst>
                <a:path w="152400" h="2248534">
                  <a:moveTo>
                    <a:pt x="107532" y="2247915"/>
                  </a:moveTo>
                  <a:lnTo>
                    <a:pt x="44860" y="2247915"/>
                  </a:lnTo>
                  <a:lnTo>
                    <a:pt x="27403" y="2244393"/>
                  </a:lnTo>
                  <a:lnTo>
                    <a:pt x="13143" y="2234791"/>
                  </a:lnTo>
                  <a:lnTo>
                    <a:pt x="3527" y="2220552"/>
                  </a:lnTo>
                  <a:lnTo>
                    <a:pt x="0" y="2203122"/>
                  </a:lnTo>
                  <a:lnTo>
                    <a:pt x="0" y="44792"/>
                  </a:lnTo>
                  <a:lnTo>
                    <a:pt x="3527" y="27362"/>
                  </a:lnTo>
                  <a:lnTo>
                    <a:pt x="13143" y="13124"/>
                  </a:lnTo>
                  <a:lnTo>
                    <a:pt x="27403" y="3521"/>
                  </a:lnTo>
                  <a:lnTo>
                    <a:pt x="44860" y="0"/>
                  </a:lnTo>
                  <a:lnTo>
                    <a:pt x="107532" y="0"/>
                  </a:lnTo>
                  <a:lnTo>
                    <a:pt x="124989" y="3521"/>
                  </a:lnTo>
                  <a:lnTo>
                    <a:pt x="139249" y="13124"/>
                  </a:lnTo>
                  <a:lnTo>
                    <a:pt x="148866" y="27362"/>
                  </a:lnTo>
                  <a:lnTo>
                    <a:pt x="152393" y="44792"/>
                  </a:lnTo>
                  <a:lnTo>
                    <a:pt x="152393" y="2203122"/>
                  </a:lnTo>
                  <a:lnTo>
                    <a:pt x="148866" y="2220552"/>
                  </a:lnTo>
                  <a:lnTo>
                    <a:pt x="139249" y="2234791"/>
                  </a:lnTo>
                  <a:lnTo>
                    <a:pt x="124989" y="2244393"/>
                  </a:lnTo>
                  <a:lnTo>
                    <a:pt x="107532" y="2247915"/>
                  </a:lnTo>
                  <a:close/>
                </a:path>
              </a:pathLst>
            </a:custGeom>
            <a:solidFill>
              <a:srgbClr val="0998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255475" y="5792830"/>
              <a:ext cx="152400" cy="2248535"/>
            </a:xfrm>
            <a:custGeom>
              <a:avLst/>
              <a:gdLst/>
              <a:ahLst/>
              <a:cxnLst/>
              <a:rect l="l" t="t" r="r" b="b"/>
              <a:pathLst>
                <a:path w="152400" h="2248534">
                  <a:moveTo>
                    <a:pt x="0" y="44792"/>
                  </a:moveTo>
                  <a:lnTo>
                    <a:pt x="3527" y="27362"/>
                  </a:lnTo>
                  <a:lnTo>
                    <a:pt x="13143" y="13124"/>
                  </a:lnTo>
                  <a:lnTo>
                    <a:pt x="27403" y="3521"/>
                  </a:lnTo>
                  <a:lnTo>
                    <a:pt x="44860" y="0"/>
                  </a:lnTo>
                  <a:lnTo>
                    <a:pt x="107532" y="0"/>
                  </a:lnTo>
                  <a:lnTo>
                    <a:pt x="124989" y="3521"/>
                  </a:lnTo>
                  <a:lnTo>
                    <a:pt x="139249" y="13124"/>
                  </a:lnTo>
                  <a:lnTo>
                    <a:pt x="148866" y="27362"/>
                  </a:lnTo>
                  <a:lnTo>
                    <a:pt x="152393" y="44792"/>
                  </a:lnTo>
                  <a:lnTo>
                    <a:pt x="152393" y="2203122"/>
                  </a:lnTo>
                  <a:lnTo>
                    <a:pt x="148866" y="2220552"/>
                  </a:lnTo>
                  <a:lnTo>
                    <a:pt x="139249" y="2234791"/>
                  </a:lnTo>
                  <a:lnTo>
                    <a:pt x="124989" y="2244393"/>
                  </a:lnTo>
                  <a:lnTo>
                    <a:pt x="107532" y="2247915"/>
                  </a:lnTo>
                  <a:lnTo>
                    <a:pt x="44860" y="2247915"/>
                  </a:lnTo>
                  <a:lnTo>
                    <a:pt x="27403" y="2244393"/>
                  </a:lnTo>
                  <a:lnTo>
                    <a:pt x="13143" y="2234791"/>
                  </a:lnTo>
                  <a:lnTo>
                    <a:pt x="3527" y="2220552"/>
                  </a:lnTo>
                  <a:lnTo>
                    <a:pt x="0" y="2203122"/>
                  </a:lnTo>
                  <a:lnTo>
                    <a:pt x="0" y="4479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1034454" y="2125162"/>
            <a:ext cx="100564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000000"/>
                </a:solidFill>
              </a:rPr>
              <a:t>Conclusion</a:t>
            </a:r>
            <a:r>
              <a:rPr sz="6000" spc="-85" dirty="0">
                <a:solidFill>
                  <a:srgbClr val="000000"/>
                </a:solidFill>
              </a:rPr>
              <a:t> </a:t>
            </a:r>
            <a:r>
              <a:rPr sz="6000" dirty="0">
                <a:solidFill>
                  <a:srgbClr val="000000"/>
                </a:solidFill>
              </a:rPr>
              <a:t>&amp;</a:t>
            </a:r>
            <a:r>
              <a:rPr sz="6000" spc="-85" dirty="0">
                <a:solidFill>
                  <a:srgbClr val="000000"/>
                </a:solidFill>
              </a:rPr>
              <a:t> </a:t>
            </a:r>
            <a:r>
              <a:rPr sz="6000" dirty="0">
                <a:solidFill>
                  <a:srgbClr val="000000"/>
                </a:solidFill>
              </a:rPr>
              <a:t>Call</a:t>
            </a:r>
            <a:r>
              <a:rPr sz="6000" spc="-85" dirty="0">
                <a:solidFill>
                  <a:srgbClr val="000000"/>
                </a:solidFill>
              </a:rPr>
              <a:t> </a:t>
            </a:r>
            <a:r>
              <a:rPr sz="6000" dirty="0">
                <a:solidFill>
                  <a:srgbClr val="000000"/>
                </a:solidFill>
              </a:rPr>
              <a:t>to</a:t>
            </a:r>
            <a:r>
              <a:rPr sz="6000" spc="-85" dirty="0">
                <a:solidFill>
                  <a:srgbClr val="000000"/>
                </a:solidFill>
              </a:rPr>
              <a:t> </a:t>
            </a:r>
            <a:r>
              <a:rPr sz="6000" spc="-10" dirty="0">
                <a:solidFill>
                  <a:srgbClr val="000000"/>
                </a:solidFill>
              </a:rPr>
              <a:t>Action</a:t>
            </a:r>
            <a:endParaRPr sz="6000"/>
          </a:p>
        </p:txBody>
      </p:sp>
      <p:sp>
        <p:nvSpPr>
          <p:cNvPr id="33" name="object 33"/>
          <p:cNvSpPr txBox="1"/>
          <p:nvPr/>
        </p:nvSpPr>
        <p:spPr>
          <a:xfrm>
            <a:off x="9732416" y="3877760"/>
            <a:ext cx="6024880" cy="107632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50" b="1" spc="-25" dirty="0">
                <a:solidFill>
                  <a:srgbClr val="2F4654"/>
                </a:solidFill>
                <a:latin typeface="Arial"/>
                <a:cs typeface="Arial"/>
              </a:rPr>
              <a:t>Science-</a:t>
            </a:r>
            <a:r>
              <a:rPr sz="3250" b="1" dirty="0">
                <a:solidFill>
                  <a:srgbClr val="2F4654"/>
                </a:solidFill>
                <a:latin typeface="Arial"/>
                <a:cs typeface="Arial"/>
              </a:rPr>
              <a:t>Based</a:t>
            </a:r>
            <a:r>
              <a:rPr sz="3250" b="1" spc="-60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250" b="1" spc="-10" dirty="0">
                <a:solidFill>
                  <a:srgbClr val="2F4654"/>
                </a:solidFill>
                <a:latin typeface="Arial"/>
                <a:cs typeface="Arial"/>
              </a:rPr>
              <a:t>Understanding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500" spc="-25" dirty="0">
                <a:solidFill>
                  <a:srgbClr val="FFFFFF"/>
                </a:solidFill>
                <a:latin typeface="Tahoma"/>
                <a:cs typeface="Tahoma"/>
              </a:rPr>
              <a:t>Public</a:t>
            </a:r>
            <a:r>
              <a:rPr sz="25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Tahoma"/>
                <a:cs typeface="Tahoma"/>
              </a:rPr>
              <a:t>understanding</a:t>
            </a:r>
            <a:r>
              <a:rPr sz="25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must</a:t>
            </a:r>
            <a:r>
              <a:rPr sz="25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25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Tahoma"/>
                <a:cs typeface="Tahoma"/>
              </a:rPr>
              <a:t>science-</a:t>
            </a:r>
            <a:r>
              <a:rPr sz="2500" spc="-10" dirty="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85998" y="3877760"/>
            <a:ext cx="6976109" cy="31476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50" b="1" dirty="0">
                <a:solidFill>
                  <a:srgbClr val="2F4654"/>
                </a:solidFill>
                <a:latin typeface="Arial"/>
                <a:cs typeface="Arial"/>
              </a:rPr>
              <a:t>Part</a:t>
            </a:r>
            <a:r>
              <a:rPr sz="3250" b="1" spc="-50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250" b="1" dirty="0">
                <a:solidFill>
                  <a:srgbClr val="2F4654"/>
                </a:solidFill>
                <a:latin typeface="Arial"/>
                <a:cs typeface="Arial"/>
              </a:rPr>
              <a:t>of</a:t>
            </a:r>
            <a:r>
              <a:rPr sz="3250" b="1" spc="-50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250" b="1" dirty="0">
                <a:solidFill>
                  <a:srgbClr val="2F4654"/>
                </a:solidFill>
                <a:latin typeface="Arial"/>
                <a:cs typeface="Arial"/>
              </a:rPr>
              <a:t>the</a:t>
            </a:r>
            <a:r>
              <a:rPr sz="3250" b="1" spc="-50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250" b="1" spc="-10" dirty="0">
                <a:solidFill>
                  <a:srgbClr val="2F4654"/>
                </a:solidFill>
                <a:latin typeface="Arial"/>
                <a:cs typeface="Arial"/>
              </a:rPr>
              <a:t>Solution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500" spc="-45" dirty="0">
                <a:solidFill>
                  <a:srgbClr val="FFFFFF"/>
                </a:solidFill>
                <a:latin typeface="Tahoma"/>
                <a:cs typeface="Tahoma"/>
              </a:rPr>
              <a:t>Nuclear</a:t>
            </a:r>
            <a:r>
              <a:rPr sz="25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Tahoma"/>
                <a:cs typeface="Tahoma"/>
              </a:rPr>
              <a:t>energy</a:t>
            </a:r>
            <a:r>
              <a:rPr sz="25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must</a:t>
            </a:r>
            <a:r>
              <a:rPr sz="25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25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Tahoma"/>
                <a:cs typeface="Tahoma"/>
              </a:rPr>
              <a:t>part</a:t>
            </a:r>
            <a:r>
              <a:rPr sz="25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5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5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ahoma"/>
                <a:cs typeface="Tahoma"/>
              </a:rPr>
              <a:t>climate</a:t>
            </a:r>
            <a:r>
              <a:rPr sz="25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ahoma"/>
                <a:cs typeface="Tahoma"/>
              </a:rPr>
              <a:t>solution</a:t>
            </a: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75"/>
              </a:spcBef>
            </a:pP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3250" b="1" dirty="0">
                <a:solidFill>
                  <a:srgbClr val="2F4654"/>
                </a:solidFill>
                <a:latin typeface="Arial"/>
                <a:cs typeface="Arial"/>
              </a:rPr>
              <a:t>Strategic</a:t>
            </a:r>
            <a:r>
              <a:rPr sz="3250" b="1" spc="-130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250" b="1" spc="-10" dirty="0">
                <a:solidFill>
                  <a:srgbClr val="2F4654"/>
                </a:solidFill>
                <a:latin typeface="Arial"/>
                <a:cs typeface="Arial"/>
              </a:rPr>
              <a:t>Investments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500" spc="-55" dirty="0">
                <a:solidFill>
                  <a:srgbClr val="FFFFFF"/>
                </a:solidFill>
                <a:latin typeface="Tahoma"/>
                <a:cs typeface="Tahoma"/>
              </a:rPr>
              <a:t>Investments</a:t>
            </a:r>
            <a:r>
              <a:rPr sz="25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3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25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0" dirty="0">
                <a:solidFill>
                  <a:srgbClr val="FFFFFF"/>
                </a:solidFill>
                <a:latin typeface="Tahoma"/>
                <a:cs typeface="Tahoma"/>
              </a:rPr>
              <a:t>safe,</a:t>
            </a:r>
            <a:r>
              <a:rPr sz="25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Tahoma"/>
                <a:cs typeface="Tahoma"/>
              </a:rPr>
              <a:t>advanced</a:t>
            </a:r>
            <a:r>
              <a:rPr sz="25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65" dirty="0">
                <a:solidFill>
                  <a:srgbClr val="FFFFFF"/>
                </a:solidFill>
                <a:latin typeface="Tahoma"/>
                <a:cs typeface="Tahoma"/>
              </a:rPr>
              <a:t>reactors</a:t>
            </a:r>
            <a:r>
              <a:rPr sz="25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0" dirty="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25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ahoma"/>
                <a:cs typeface="Tahoma"/>
              </a:rPr>
              <a:t>essential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732416" y="5949596"/>
            <a:ext cx="6644640" cy="15906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50" b="1" dirty="0">
                <a:solidFill>
                  <a:srgbClr val="2F4654"/>
                </a:solidFill>
                <a:latin typeface="Arial"/>
                <a:cs typeface="Arial"/>
              </a:rPr>
              <a:t>Diverse</a:t>
            </a:r>
            <a:r>
              <a:rPr sz="3250" b="1" spc="-114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250" b="1" dirty="0">
                <a:solidFill>
                  <a:srgbClr val="2F4654"/>
                </a:solidFill>
                <a:latin typeface="Arial"/>
                <a:cs typeface="Arial"/>
              </a:rPr>
              <a:t>Clean</a:t>
            </a:r>
            <a:r>
              <a:rPr sz="3250" b="1" spc="-114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3250" b="1" spc="-10" dirty="0">
                <a:solidFill>
                  <a:srgbClr val="2F4654"/>
                </a:solidFill>
                <a:latin typeface="Arial"/>
                <a:cs typeface="Arial"/>
              </a:rPr>
              <a:t>Energy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50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5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Tahoma"/>
                <a:cs typeface="Tahoma"/>
              </a:rPr>
              <a:t>sustainable</a:t>
            </a:r>
            <a:r>
              <a:rPr sz="25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Tahoma"/>
                <a:cs typeface="Tahoma"/>
              </a:rPr>
              <a:t>future</a:t>
            </a:r>
            <a:r>
              <a:rPr sz="25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75" dirty="0">
                <a:solidFill>
                  <a:srgbClr val="FFFFFF"/>
                </a:solidFill>
                <a:latin typeface="Tahoma"/>
                <a:cs typeface="Tahoma"/>
              </a:rPr>
              <a:t>requires</a:t>
            </a:r>
            <a:r>
              <a:rPr sz="25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60" dirty="0">
                <a:solidFill>
                  <a:srgbClr val="FFFFFF"/>
                </a:solidFill>
                <a:latin typeface="Tahoma"/>
                <a:cs typeface="Tahoma"/>
              </a:rPr>
              <a:t>diverse</a:t>
            </a:r>
            <a:r>
              <a:rPr sz="250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FFFFFF"/>
                </a:solidFill>
                <a:latin typeface="Tahoma"/>
                <a:cs typeface="Tahoma"/>
              </a:rPr>
              <a:t>clean</a:t>
            </a:r>
            <a:r>
              <a:rPr sz="25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ahoma"/>
                <a:cs typeface="Tahoma"/>
              </a:rPr>
              <a:t>energy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500" spc="-90" dirty="0">
                <a:solidFill>
                  <a:srgbClr val="FFFFFF"/>
                </a:solidFill>
                <a:latin typeface="Tahoma"/>
                <a:cs typeface="Tahoma"/>
              </a:rPr>
              <a:t>sources,</a:t>
            </a:r>
            <a:r>
              <a:rPr sz="25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45" dirty="0">
                <a:solidFill>
                  <a:srgbClr val="FFFFFF"/>
                </a:solidFill>
                <a:latin typeface="Tahoma"/>
                <a:cs typeface="Tahoma"/>
              </a:rPr>
              <a:t>including</a:t>
            </a:r>
            <a:r>
              <a:rPr sz="25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ahoma"/>
                <a:cs typeface="Tahoma"/>
              </a:rPr>
              <a:t>nuclear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4454" y="5091233"/>
            <a:ext cx="2904490" cy="739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650" dirty="0">
                <a:solidFill>
                  <a:srgbClr val="FFFFFF"/>
                </a:solidFill>
                <a:latin typeface="Arial MT"/>
                <a:cs typeface="Arial MT"/>
              </a:rPr>
              <a:t>Thank</a:t>
            </a:r>
            <a:r>
              <a:rPr sz="4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650" spc="-25" dirty="0">
                <a:solidFill>
                  <a:srgbClr val="FFFFFF"/>
                </a:solidFill>
                <a:latin typeface="Arial MT"/>
                <a:cs typeface="Arial MT"/>
              </a:rPr>
              <a:t>You</a:t>
            </a:r>
            <a:endParaRPr sz="46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4454" y="6258128"/>
            <a:ext cx="12829540" cy="2940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1700"/>
              </a:lnSpc>
            </a:pPr>
            <a:r>
              <a:rPr sz="9350" b="1" dirty="0">
                <a:solidFill>
                  <a:srgbClr val="2F4654"/>
                </a:solidFill>
                <a:latin typeface="Arial"/>
                <a:cs typeface="Arial"/>
              </a:rPr>
              <a:t>"Clean</a:t>
            </a:r>
            <a:r>
              <a:rPr sz="9350" b="1" spc="-20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9350" b="1" dirty="0">
                <a:solidFill>
                  <a:srgbClr val="2F4654"/>
                </a:solidFill>
                <a:latin typeface="Arial"/>
                <a:cs typeface="Arial"/>
              </a:rPr>
              <a:t>energy</a:t>
            </a:r>
            <a:r>
              <a:rPr sz="9350" b="1" spc="-20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9350" b="1" spc="-10" dirty="0">
                <a:solidFill>
                  <a:srgbClr val="2F4654"/>
                </a:solidFill>
                <a:latin typeface="Arial"/>
                <a:cs typeface="Arial"/>
              </a:rPr>
              <a:t>choices </a:t>
            </a:r>
            <a:r>
              <a:rPr sz="9350" b="1" dirty="0">
                <a:solidFill>
                  <a:srgbClr val="2F4654"/>
                </a:solidFill>
                <a:latin typeface="Arial"/>
                <a:cs typeface="Arial"/>
              </a:rPr>
              <a:t>define</a:t>
            </a:r>
            <a:r>
              <a:rPr sz="9350" b="1" spc="-15" dirty="0">
                <a:solidFill>
                  <a:srgbClr val="2F4654"/>
                </a:solidFill>
                <a:latin typeface="Arial"/>
                <a:cs typeface="Arial"/>
              </a:rPr>
              <a:t> </a:t>
            </a:r>
            <a:r>
              <a:rPr sz="9350" b="1" dirty="0">
                <a:solidFill>
                  <a:srgbClr val="2F4654"/>
                </a:solidFill>
                <a:latin typeface="Arial"/>
                <a:cs typeface="Arial"/>
              </a:rPr>
              <a:t>our</a:t>
            </a:r>
            <a:r>
              <a:rPr sz="9350" b="1" spc="-10" dirty="0">
                <a:solidFill>
                  <a:srgbClr val="2F4654"/>
                </a:solidFill>
                <a:latin typeface="Arial"/>
                <a:cs typeface="Arial"/>
              </a:rPr>
              <a:t> future."</a:t>
            </a:r>
            <a:endParaRPr sz="9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263</Words>
  <Application>Microsoft Office PowerPoint</Application>
  <PresentationFormat>Custom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MT</vt:lpstr>
      <vt:lpstr>Tahoma</vt:lpstr>
      <vt:lpstr>Office Theme</vt:lpstr>
      <vt:lpstr>Is Nuclear Energy a Good Way to Fight Climate Change?</vt:lpstr>
      <vt:lpstr>Climate Change: The Current Reality</vt:lpstr>
      <vt:lpstr>Why Nuclear Energy Is Important</vt:lpstr>
      <vt:lpstr>12g</vt:lpstr>
      <vt:lpstr>The Future: With vs. Without Nuclear</vt:lpstr>
      <vt:lpstr>Conclusion &amp; Call to Action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Is-Nuclear-Energy-a-Good-Way-to-Fight-Climate-Change (1).pptx (1).pptx</dc:title>
  <dc:creator>Musarrat Tafannum Proma</dc:creator>
  <cp:keywords>DAG5QQpPIWI,BAEjCpteOB8,0</cp:keywords>
  <cp:lastModifiedBy>Raiyan Mugdho</cp:lastModifiedBy>
  <cp:revision>3</cp:revision>
  <dcterms:created xsi:type="dcterms:W3CDTF">2025-11-21T10:33:55Z</dcterms:created>
  <dcterms:modified xsi:type="dcterms:W3CDTF">2025-11-22T02:42:57Z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2025-11-20T00:00:00Z</vt:filetime>
  </property>
  <property fmtid="{D5CDD505-2E9C-101B-9397-08002B2CF9AE}" pid="3" name="Creator">
    <vt:lpwstr>Canva</vt:lpwstr>
  </property>
  <property fmtid="{D5CDD505-2E9C-101B-9397-08002B2CF9AE}" pid="4" name="LastSaved">
    <vt:filetime>2025-11-21T00:00:00Z</vt:filetime>
  </property>
  <property fmtid="{D5CDD505-2E9C-101B-9397-08002B2CF9AE}" pid="5" name="Producer">
    <vt:lpwstr>Canva</vt:lpwstr>
  </property>
</Properties>
</file>