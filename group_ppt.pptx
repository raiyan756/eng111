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ECFF"/>
    <a:srgbClr val="3C7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82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5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6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6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8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0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1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5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6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9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5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4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1912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53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71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71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74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5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86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28" r:id="rId1"/>
    <p:sldLayoutId id="2147484329" r:id="rId2"/>
    <p:sldLayoutId id="2147484330" r:id="rId3"/>
    <p:sldLayoutId id="2147484331" r:id="rId4"/>
    <p:sldLayoutId id="2147484332" r:id="rId5"/>
    <p:sldLayoutId id="2147484333" r:id="rId6"/>
    <p:sldLayoutId id="2147484334" r:id="rId7"/>
    <p:sldLayoutId id="2147484335" r:id="rId8"/>
    <p:sldLayoutId id="2147484336" r:id="rId9"/>
    <p:sldLayoutId id="2147484337" r:id="rId10"/>
    <p:sldLayoutId id="2147484338" r:id="rId11"/>
    <p:sldLayoutId id="2147484339" r:id="rId12"/>
    <p:sldLayoutId id="2147484340" r:id="rId13"/>
    <p:sldLayoutId id="2147484341" r:id="rId14"/>
    <p:sldLayoutId id="2147484342" r:id="rId15"/>
    <p:sldLayoutId id="2147484343" r:id="rId16"/>
    <p:sldLayoutId id="214748434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90920">
              <a:srgbClr val="284853"/>
            </a:gs>
            <a:gs pos="77635">
              <a:srgbClr val="2C5057"/>
            </a:gs>
            <a:gs pos="57318">
              <a:srgbClr val="315C5D"/>
            </a:gs>
            <a:gs pos="35000">
              <a:srgbClr val="366762"/>
            </a:gs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70" y="361290"/>
            <a:ext cx="8163259" cy="2429165"/>
          </a:xfrm>
        </p:spPr>
        <p:txBody>
          <a:bodyPr>
            <a:noAutofit/>
          </a:bodyPr>
          <a:lstStyle/>
          <a:p>
            <a:r>
              <a:rPr sz="4800" b="1" dirty="0">
                <a:solidFill>
                  <a:schemeClr val="accent3"/>
                </a:solidFill>
              </a:rPr>
              <a:t>Why Bangladesh Should Follow the Islamic Economic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458" y="3148324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Presented by :</a:t>
            </a:r>
          </a:p>
          <a:p>
            <a:r>
              <a:rPr lang="en-US" sz="2400" b="1" dirty="0"/>
              <a:t>Zabir Ahmed 2212593042</a:t>
            </a:r>
          </a:p>
          <a:p>
            <a:r>
              <a:rPr lang="en-US" sz="2400" b="1" dirty="0" err="1"/>
              <a:t>Shafkat</a:t>
            </a:r>
            <a:r>
              <a:rPr lang="en-US" sz="2400" b="1" dirty="0"/>
              <a:t> Sharif Bhuiyan 2132314642</a:t>
            </a:r>
          </a:p>
          <a:p>
            <a:r>
              <a:rPr lang="en-US" sz="2400" b="1" dirty="0"/>
              <a:t>Raiyan </a:t>
            </a:r>
            <a:r>
              <a:rPr lang="en-US" sz="2400" b="1" dirty="0" err="1"/>
              <a:t>Mugdho</a:t>
            </a:r>
            <a:r>
              <a:rPr lang="en-US" sz="2400" b="1" dirty="0"/>
              <a:t> 2211394042</a:t>
            </a:r>
          </a:p>
          <a:p>
            <a:r>
              <a:rPr lang="en-US" sz="2400" b="1" dirty="0"/>
              <a:t>Maisha Ayman Tushin 2211766042</a:t>
            </a:r>
            <a:endParaRPr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3"/>
                </a:solidFill>
              </a:rPr>
              <a:t>Why This Topic Matters for Bangladesh</a:t>
            </a:r>
            <a:r>
              <a:rPr lang="en-US" b="1" dirty="0">
                <a:solidFill>
                  <a:schemeClr val="accent3"/>
                </a:solidFill>
              </a:rPr>
              <a:t>?</a:t>
            </a:r>
            <a:endParaRPr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- Rising inequality</a:t>
            </a:r>
          </a:p>
          <a:p>
            <a:r>
              <a:rPr sz="2800" b="1" dirty="0"/>
              <a:t>- Increasing household debt</a:t>
            </a:r>
          </a:p>
          <a:p>
            <a:r>
              <a:rPr sz="2800" b="1" dirty="0"/>
              <a:t>- Unstable prices &amp; corruption</a:t>
            </a:r>
          </a:p>
          <a:p>
            <a:r>
              <a:rPr sz="2800" b="1" dirty="0"/>
              <a:t>- Pressure on small businesses</a:t>
            </a:r>
          </a:p>
          <a:p>
            <a:r>
              <a:rPr sz="2800" b="1" dirty="0"/>
              <a:t>- Current model favors the rich</a:t>
            </a:r>
          </a:p>
          <a:p>
            <a:r>
              <a:rPr sz="2800" b="1" dirty="0"/>
              <a:t>- 90% population Muslim; aligns with justice &amp; fairness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3"/>
                </a:solidFill>
              </a:rPr>
              <a:t>Removing the Burden of Interest (Riba)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2357725"/>
            <a:ext cx="6711654" cy="4195481"/>
          </a:xfrm>
        </p:spPr>
        <p:txBody>
          <a:bodyPr>
            <a:normAutofit/>
          </a:bodyPr>
          <a:lstStyle/>
          <a:p>
            <a:r>
              <a:rPr sz="2800" b="1" dirty="0"/>
              <a:t>- Interest traps families in debt</a:t>
            </a:r>
          </a:p>
          <a:p>
            <a:r>
              <a:rPr sz="2800" b="1" dirty="0"/>
              <a:t>- People repay far more than borrowed</a:t>
            </a:r>
          </a:p>
          <a:p>
            <a:r>
              <a:rPr sz="2800" b="1" dirty="0"/>
              <a:t>- Causes stress &amp; poverty cycles</a:t>
            </a:r>
          </a:p>
          <a:p>
            <a:r>
              <a:rPr sz="2800" b="1" dirty="0"/>
              <a:t>- Removing interest brings fairness</a:t>
            </a:r>
          </a:p>
          <a:p>
            <a:r>
              <a:rPr sz="2800" b="1" dirty="0"/>
              <a:t>- Supports farmers &amp; small businesses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Profit-Sharing &amp; Risk-Sharing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b="1" dirty="0"/>
              <a:t>- No exploitation</a:t>
            </a:r>
          </a:p>
          <a:p>
            <a:r>
              <a:rPr sz="3200" b="1" dirty="0"/>
              <a:t>- Real partnership</a:t>
            </a:r>
          </a:p>
          <a:p>
            <a:r>
              <a:rPr sz="3200" b="1" dirty="0"/>
              <a:t>- Encourages</a:t>
            </a:r>
            <a:r>
              <a:rPr lang="en-US" sz="3200" b="1" dirty="0"/>
              <a:t> more</a:t>
            </a:r>
            <a:r>
              <a:rPr sz="3200" b="1" dirty="0"/>
              <a:t> entrepreneurship &amp; job creation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Ethical Market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260" y="2210406"/>
            <a:ext cx="6711654" cy="4195481"/>
          </a:xfrm>
        </p:spPr>
        <p:txBody>
          <a:bodyPr>
            <a:normAutofit/>
          </a:bodyPr>
          <a:lstStyle/>
          <a:p>
            <a:r>
              <a:rPr sz="2800" b="1" dirty="0"/>
              <a:t>- Requires clear written contracts</a:t>
            </a:r>
          </a:p>
          <a:p>
            <a:r>
              <a:rPr sz="2800" b="1" dirty="0"/>
              <a:t>- Prevents cheating automatically</a:t>
            </a:r>
          </a:p>
          <a:p>
            <a:r>
              <a:rPr sz="2800" b="1" dirty="0"/>
              <a:t>- Only real economic activities allowed</a:t>
            </a:r>
          </a:p>
          <a:p>
            <a:r>
              <a:rPr sz="2800" b="1" dirty="0"/>
              <a:t>- No speculation or artificial price hikes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/>
                </a:solidFill>
              </a:rPr>
              <a:t>Reducing Cheating &amp; Poverty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2378045"/>
            <a:ext cx="6711654" cy="4195481"/>
          </a:xfrm>
        </p:spPr>
        <p:txBody>
          <a:bodyPr>
            <a:normAutofit/>
          </a:bodyPr>
          <a:lstStyle/>
          <a:p>
            <a:r>
              <a:rPr sz="2800" b="1" dirty="0"/>
              <a:t>- Strict punishments for fraud</a:t>
            </a:r>
          </a:p>
          <a:p>
            <a:r>
              <a:rPr sz="2800" b="1" dirty="0"/>
              <a:t>- Zakat, </a:t>
            </a:r>
            <a:r>
              <a:rPr sz="2800" b="1" dirty="0" err="1"/>
              <a:t>sadaqah</a:t>
            </a:r>
            <a:r>
              <a:rPr sz="2800" b="1" dirty="0"/>
              <a:t> &amp; waqf reduce poverty</a:t>
            </a:r>
          </a:p>
          <a:p>
            <a:r>
              <a:rPr sz="2800" b="1" dirty="0"/>
              <a:t>- Reduces desperation → less cheating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Why Bangladesh should follow?</a:t>
            </a:r>
            <a:endParaRPr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260" y="2530445"/>
            <a:ext cx="6711654" cy="4195481"/>
          </a:xfrm>
        </p:spPr>
        <p:txBody>
          <a:bodyPr>
            <a:normAutofit/>
          </a:bodyPr>
          <a:lstStyle/>
          <a:p>
            <a:r>
              <a:rPr sz="2800" b="1" dirty="0"/>
              <a:t>- Removes interest → fairness</a:t>
            </a:r>
          </a:p>
          <a:p>
            <a:r>
              <a:rPr sz="2800" b="1" dirty="0"/>
              <a:t>- Encourages cooperation</a:t>
            </a:r>
          </a:p>
          <a:p>
            <a:r>
              <a:rPr sz="2800" b="1" dirty="0"/>
              <a:t>- Social safety nets through zakat</a:t>
            </a:r>
          </a:p>
          <a:p>
            <a:r>
              <a:rPr sz="2800" b="1" dirty="0"/>
              <a:t>- Honest markets with anti-fraud rules</a:t>
            </a:r>
          </a:p>
          <a:p>
            <a:r>
              <a:rPr sz="2800" b="1" dirty="0"/>
              <a:t>- Matches Bangladesh’s values &amp; needs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2961" y="2785730"/>
            <a:ext cx="7321039" cy="3515709"/>
          </a:xfrm>
        </p:spPr>
        <p:txBody>
          <a:bodyPr>
            <a:normAutofit/>
          </a:bodyPr>
          <a:lstStyle/>
          <a:p>
            <a:r>
              <a:rPr sz="7200" b="1" dirty="0">
                <a:solidFill>
                  <a:schemeClr val="accent3"/>
                </a:solidFill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97</TotalTime>
  <Words>202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Why Bangladesh Should Follow the Islamic Economic System?</vt:lpstr>
      <vt:lpstr>Why This Topic Matters for Bangladesh?</vt:lpstr>
      <vt:lpstr>Removing the Burden of Interest (Riba)</vt:lpstr>
      <vt:lpstr>Profit-Sharing &amp; Risk-Sharing</vt:lpstr>
      <vt:lpstr>Ethical Market Structure</vt:lpstr>
      <vt:lpstr>Reducing Cheating &amp; Poverty</vt:lpstr>
      <vt:lpstr>Why Bangladesh should follow?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Tushin^^</dc:creator>
  <cp:keywords/>
  <dc:description>generated using python-pptx</dc:description>
  <cp:lastModifiedBy>Raiyan Mugdho</cp:lastModifiedBy>
  <cp:revision>6</cp:revision>
  <dcterms:created xsi:type="dcterms:W3CDTF">2013-01-27T09:14:16Z</dcterms:created>
  <dcterms:modified xsi:type="dcterms:W3CDTF">2025-12-06T04:54:27Z</dcterms:modified>
  <cp:category/>
</cp:coreProperties>
</file>